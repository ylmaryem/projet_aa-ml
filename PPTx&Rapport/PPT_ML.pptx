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Override1.xml" ContentType="application/vnd.openxmlformats-officedocument.themeOverride+xml"/>
  <Override PartName="/ppt/notesSlides/notesSlide1.xml" ContentType="application/vnd.openxmlformats-officedocument.presentationml.notesSlide+xml"/>
  <Override PartName="/ppt/theme/themeOverride2.xml" ContentType="application/vnd.openxmlformats-officedocument.themeOverride+xml"/>
  <Override PartName="/ppt/notesSlides/notesSlide2.xml" ContentType="application/vnd.openxmlformats-officedocument.presentationml.notesSlide+xml"/>
  <Override PartName="/ppt/theme/themeOverride3.xml" ContentType="application/vnd.openxmlformats-officedocument.themeOverride+xml"/>
  <Override PartName="/ppt/notesSlides/notesSlide3.xml" ContentType="application/vnd.openxmlformats-officedocument.presentationml.notesSlide+xml"/>
  <Override PartName="/ppt/theme/themeOverride4.xml" ContentType="application/vnd.openxmlformats-officedocument.themeOverride+xml"/>
  <Override PartName="/ppt/notesSlides/notesSlide4.xml" ContentType="application/vnd.openxmlformats-officedocument.presentationml.notesSlide+xml"/>
  <Override PartName="/ppt/theme/themeOverride5.xml" ContentType="application/vnd.openxmlformats-officedocument.themeOverride+xml"/>
  <Override PartName="/ppt/notesSlides/notesSlide5.xml" ContentType="application/vnd.openxmlformats-officedocument.presentationml.notesSlide+xml"/>
  <Override PartName="/ppt/theme/themeOverride6.xml" ContentType="application/vnd.openxmlformats-officedocument.themeOverride+xml"/>
  <Override PartName="/ppt/notesSlides/notesSlide6.xml" ContentType="application/vnd.openxmlformats-officedocument.presentationml.notesSlide+xml"/>
  <Override PartName="/ppt/theme/themeOverride7.xml" ContentType="application/vnd.openxmlformats-officedocument.themeOverr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theme/themeOverride8.xml" ContentType="application/vnd.openxmlformats-officedocument.themeOverr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4.xml" ContentType="application/vnd.openxmlformats-officedocument.presentationml.notesSlide+xml"/>
  <Override PartName="/ppt/theme/themeOverride9.xml" ContentType="application/vnd.openxmlformats-officedocument.themeOverride+xml"/>
  <Override PartName="/ppt/theme/themeOverride10.xml" ContentType="application/vnd.openxmlformats-officedocument.themeOverride+xml"/>
  <Override PartName="/ppt/notesSlides/notesSlide15.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1"/>
  </p:notesMasterIdLst>
  <p:sldIdLst>
    <p:sldId id="397" r:id="rId2"/>
    <p:sldId id="283" r:id="rId3"/>
    <p:sldId id="450" r:id="rId4"/>
    <p:sldId id="436" r:id="rId5"/>
    <p:sldId id="488" r:id="rId6"/>
    <p:sldId id="489" r:id="rId7"/>
    <p:sldId id="449" r:id="rId8"/>
    <p:sldId id="414" r:id="rId9"/>
    <p:sldId id="494" r:id="rId10"/>
    <p:sldId id="495" r:id="rId11"/>
    <p:sldId id="491" r:id="rId12"/>
    <p:sldId id="401" r:id="rId13"/>
    <p:sldId id="444" r:id="rId14"/>
    <p:sldId id="402" r:id="rId15"/>
    <p:sldId id="481" r:id="rId16"/>
    <p:sldId id="492" r:id="rId17"/>
    <p:sldId id="403" r:id="rId18"/>
    <p:sldId id="445" r:id="rId19"/>
    <p:sldId id="493"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guide id="3" pos="240" userDrawn="1">
          <p15:clr>
            <a:srgbClr val="A4A3A4"/>
          </p15:clr>
        </p15:guide>
        <p15:guide id="4" pos="7440" userDrawn="1">
          <p15:clr>
            <a:srgbClr val="A4A3A4"/>
          </p15:clr>
        </p15:guide>
        <p15:guide id="5" orient="horz" pos="240" userDrawn="1">
          <p15:clr>
            <a:srgbClr val="A4A3A4"/>
          </p15:clr>
        </p15:guide>
        <p15:guide id="6" orient="horz" pos="4080" userDrawn="1">
          <p15:clr>
            <a:srgbClr val="A4A3A4"/>
          </p15:clr>
        </p15:guide>
        <p15:guide id="7" pos="5592" userDrawn="1">
          <p15:clr>
            <a:srgbClr val="A4A3A4"/>
          </p15:clr>
        </p15:guide>
        <p15:guide id="8" pos="2088" userDrawn="1">
          <p15:clr>
            <a:srgbClr val="A4A3A4"/>
          </p15:clr>
        </p15:guide>
        <p15:guide id="9" orient="horz" pos="456" userDrawn="1">
          <p15:clr>
            <a:srgbClr val="A4A3A4"/>
          </p15:clr>
        </p15:guide>
        <p15:guide id="10" orient="horz" pos="3864" userDrawn="1">
          <p15:clr>
            <a:srgbClr val="A4A3A4"/>
          </p15:clr>
        </p15:guide>
        <p15:guide id="11" pos="48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E75B6"/>
    <a:srgbClr val="E83650"/>
    <a:srgbClr val="00559A"/>
    <a:srgbClr val="F2F2F2"/>
    <a:srgbClr val="F8F8F8"/>
    <a:srgbClr val="FFFFFF"/>
    <a:srgbClr val="81CBFF"/>
    <a:srgbClr val="DCF2FC"/>
    <a:srgbClr val="DEF4FC"/>
    <a:srgbClr val="56545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548" autoAdjust="0"/>
    <p:restoredTop sz="88592" autoAdjust="0"/>
  </p:normalViewPr>
  <p:slideViewPr>
    <p:cSldViewPr snapToGrid="0" showGuides="1">
      <p:cViewPr varScale="1">
        <p:scale>
          <a:sx n="75" d="100"/>
          <a:sy n="75" d="100"/>
        </p:scale>
        <p:origin x="739" y="72"/>
      </p:cViewPr>
      <p:guideLst>
        <p:guide orient="horz" pos="2160"/>
        <p:guide pos="3840"/>
        <p:guide pos="240"/>
        <p:guide pos="7440"/>
        <p:guide orient="horz" pos="240"/>
        <p:guide orient="horz" pos="4080"/>
        <p:guide pos="5592"/>
        <p:guide pos="2088"/>
        <p:guide orient="horz" pos="456"/>
        <p:guide orient="horz" pos="3864"/>
        <p:guide pos="4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341"/>
    </p:cViewPr>
  </p:sorterViewPr>
  <p:notesViewPr>
    <p:cSldViewPr snapToGrid="0">
      <p:cViewPr varScale="1">
        <p:scale>
          <a:sx n="65" d="100"/>
          <a:sy n="65" d="100"/>
        </p:scale>
        <p:origin x="3154" y="67"/>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2128" b="1" i="0" u="none" strike="noStrike" kern="1200" baseline="0">
                <a:solidFill>
                  <a:schemeClr val="tx1">
                    <a:lumMod val="65000"/>
                    <a:lumOff val="35000"/>
                  </a:schemeClr>
                </a:solidFill>
                <a:latin typeface="+mn-lt"/>
                <a:ea typeface="+mn-ea"/>
                <a:cs typeface="+mn-cs"/>
              </a:defRPr>
            </a:pPr>
            <a:r>
              <a:rPr lang="fr-FR" b="0" i="0" u="sng" noProof="0" dirty="0">
                <a:latin typeface="Tahoma" panose="020B0604030504040204" pitchFamily="34" charset="0"/>
                <a:ea typeface="Tahoma" panose="020B0604030504040204" pitchFamily="34" charset="0"/>
                <a:cs typeface="Tahoma" panose="020B0604030504040204" pitchFamily="34" charset="0"/>
              </a:rPr>
              <a:t>Répartition</a:t>
            </a:r>
            <a:r>
              <a:rPr lang="en-US" b="0" i="0" u="sng" dirty="0">
                <a:latin typeface="Tahoma" panose="020B0604030504040204" pitchFamily="34" charset="0"/>
                <a:ea typeface="Tahoma" panose="020B0604030504040204" pitchFamily="34" charset="0"/>
                <a:cs typeface="Tahoma" panose="020B0604030504040204" pitchFamily="34" charset="0"/>
              </a:rPr>
              <a:t> des classes</a:t>
            </a:r>
          </a:p>
        </c:rich>
      </c:tx>
      <c:overlay val="0"/>
      <c:spPr>
        <a:noFill/>
        <a:ln>
          <a:noFill/>
        </a:ln>
        <a:effectLst/>
      </c:spPr>
      <c:txPr>
        <a:bodyPr rot="0" spcFirstLastPara="1" vertOverflow="ellipsis" vert="horz" wrap="square" anchor="ctr" anchorCtr="1"/>
        <a:lstStyle/>
        <a:p>
          <a:pPr>
            <a:defRPr sz="2128" b="1" i="0" u="none" strike="noStrike" kern="1200" baseline="0">
              <a:solidFill>
                <a:schemeClr val="tx1">
                  <a:lumMod val="65000"/>
                  <a:lumOff val="35000"/>
                </a:schemeClr>
              </a:solidFill>
              <a:latin typeface="+mn-lt"/>
              <a:ea typeface="+mn-ea"/>
              <a:cs typeface="+mn-cs"/>
            </a:defRPr>
          </a:pPr>
          <a:endParaRPr lang="fr-FR"/>
        </a:p>
      </c:txPr>
    </c:title>
    <c:autoTitleDeleted val="0"/>
    <c:plotArea>
      <c:layout>
        <c:manualLayout>
          <c:layoutTarget val="inner"/>
          <c:xMode val="edge"/>
          <c:yMode val="edge"/>
          <c:x val="0.13800043480456345"/>
          <c:y val="0.18937904838957628"/>
          <c:w val="0.36418679019022315"/>
          <c:h val="0.69743979469489448"/>
        </c:manualLayout>
      </c:layout>
      <c:pieChart>
        <c:varyColors val="1"/>
        <c:ser>
          <c:idx val="0"/>
          <c:order val="0"/>
          <c:tx>
            <c:strRef>
              <c:f>Feuil1!$B$1</c:f>
              <c:strCache>
                <c:ptCount val="1"/>
                <c:pt idx="0">
                  <c:v>Répartition des classes</c:v>
                </c:pt>
              </c:strCache>
            </c:strRef>
          </c:tx>
          <c:dPt>
            <c:idx val="0"/>
            <c:bubble3D val="0"/>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extLst>
              <c:ext xmlns:c16="http://schemas.microsoft.com/office/drawing/2014/chart" uri="{C3380CC4-5D6E-409C-BE32-E72D297353CC}">
                <c16:uniqueId val="{00000002-5277-4A3E-A0D0-4DC8CD3BDFF1}"/>
              </c:ext>
            </c:extLst>
          </c:dPt>
          <c:dPt>
            <c:idx val="1"/>
            <c:bubble3D val="0"/>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a:outerShdw blurRad="57150" dist="19050" dir="5400000" algn="ctr" rotWithShape="0">
                  <a:srgbClr val="000000">
                    <a:alpha val="63000"/>
                  </a:srgbClr>
                </a:outerShdw>
              </a:effectLst>
            </c:spPr>
            <c:extLst>
              <c:ext xmlns:c16="http://schemas.microsoft.com/office/drawing/2014/chart" uri="{C3380CC4-5D6E-409C-BE32-E72D297353CC}">
                <c16:uniqueId val="{00000003-4EC4-480A-A5A7-A3B6DEA0010A}"/>
              </c:ext>
            </c:extLst>
          </c:dPt>
          <c:dPt>
            <c:idx val="2"/>
            <c:bubble3D val="0"/>
            <c:spPr>
              <a:gradFill rotWithShape="1">
                <a:gsLst>
                  <a:gs pos="0">
                    <a:schemeClr val="accent3">
                      <a:satMod val="103000"/>
                      <a:lumMod val="102000"/>
                      <a:tint val="94000"/>
                    </a:schemeClr>
                  </a:gs>
                  <a:gs pos="50000">
                    <a:schemeClr val="accent3">
                      <a:satMod val="110000"/>
                      <a:lumMod val="100000"/>
                      <a:shade val="100000"/>
                    </a:schemeClr>
                  </a:gs>
                  <a:gs pos="100000">
                    <a:schemeClr val="accent3">
                      <a:lumMod val="99000"/>
                      <a:satMod val="120000"/>
                      <a:shade val="78000"/>
                    </a:schemeClr>
                  </a:gs>
                </a:gsLst>
                <a:lin ang="5400000" scaled="0"/>
              </a:gradFill>
              <a:ln>
                <a:noFill/>
              </a:ln>
              <a:effectLst>
                <a:outerShdw blurRad="57150" dist="19050" dir="5400000" algn="ctr" rotWithShape="0">
                  <a:srgbClr val="000000">
                    <a:alpha val="63000"/>
                  </a:srgbClr>
                </a:outerShdw>
              </a:effectLst>
            </c:spPr>
            <c:extLst>
              <c:ext xmlns:c16="http://schemas.microsoft.com/office/drawing/2014/chart" uri="{C3380CC4-5D6E-409C-BE32-E72D297353CC}">
                <c16:uniqueId val="{00000005-4EC4-480A-A5A7-A3B6DEA0010A}"/>
              </c:ext>
            </c:extLst>
          </c:dPt>
          <c:dPt>
            <c:idx val="3"/>
            <c:bubble3D val="0"/>
            <c:spPr>
              <a:gradFill rotWithShape="1">
                <a:gsLst>
                  <a:gs pos="0">
                    <a:schemeClr val="accent4">
                      <a:satMod val="103000"/>
                      <a:lumMod val="102000"/>
                      <a:tint val="94000"/>
                    </a:schemeClr>
                  </a:gs>
                  <a:gs pos="50000">
                    <a:schemeClr val="accent4">
                      <a:satMod val="110000"/>
                      <a:lumMod val="100000"/>
                      <a:shade val="100000"/>
                    </a:schemeClr>
                  </a:gs>
                  <a:gs pos="100000">
                    <a:schemeClr val="accent4">
                      <a:lumMod val="99000"/>
                      <a:satMod val="120000"/>
                      <a:shade val="78000"/>
                    </a:schemeClr>
                  </a:gs>
                </a:gsLst>
                <a:lin ang="5400000" scaled="0"/>
              </a:gradFill>
              <a:ln>
                <a:noFill/>
              </a:ln>
              <a:effectLst>
                <a:outerShdw blurRad="57150" dist="19050" dir="5400000" algn="ctr" rotWithShape="0">
                  <a:srgbClr val="000000">
                    <a:alpha val="63000"/>
                  </a:srgbClr>
                </a:outerShdw>
              </a:effectLst>
            </c:spPr>
            <c:extLst>
              <c:ext xmlns:c16="http://schemas.microsoft.com/office/drawing/2014/chart" uri="{C3380CC4-5D6E-409C-BE32-E72D297353CC}">
                <c16:uniqueId val="{00000007-4EC4-480A-A5A7-A3B6DEA0010A}"/>
              </c:ext>
            </c:extLst>
          </c:dPt>
          <c:dPt>
            <c:idx val="4"/>
            <c:bubble3D val="0"/>
            <c:spPr>
              <a:gradFill rotWithShape="1">
                <a:gsLst>
                  <a:gs pos="0">
                    <a:schemeClr val="accent5">
                      <a:satMod val="103000"/>
                      <a:lumMod val="102000"/>
                      <a:tint val="94000"/>
                    </a:schemeClr>
                  </a:gs>
                  <a:gs pos="50000">
                    <a:schemeClr val="accent5">
                      <a:satMod val="110000"/>
                      <a:lumMod val="100000"/>
                      <a:shade val="100000"/>
                    </a:schemeClr>
                  </a:gs>
                  <a:gs pos="100000">
                    <a:schemeClr val="accent5">
                      <a:lumMod val="99000"/>
                      <a:satMod val="120000"/>
                      <a:shade val="78000"/>
                    </a:schemeClr>
                  </a:gs>
                </a:gsLst>
                <a:lin ang="5400000" scaled="0"/>
              </a:gradFill>
              <a:ln>
                <a:noFill/>
              </a:ln>
              <a:effectLst>
                <a:outerShdw blurRad="57150" dist="19050" dir="5400000" algn="ctr" rotWithShape="0">
                  <a:srgbClr val="000000">
                    <a:alpha val="63000"/>
                  </a:srgbClr>
                </a:outerShdw>
              </a:effectLst>
            </c:spPr>
            <c:extLst>
              <c:ext xmlns:c16="http://schemas.microsoft.com/office/drawing/2014/chart" uri="{C3380CC4-5D6E-409C-BE32-E72D297353CC}">
                <c16:uniqueId val="{00000009-4EC4-480A-A5A7-A3B6DEA0010A}"/>
              </c:ext>
            </c:extLst>
          </c:dPt>
          <c:dPt>
            <c:idx val="5"/>
            <c:bubble3D val="0"/>
            <c:spPr>
              <a:gradFill rotWithShape="1">
                <a:gsLst>
                  <a:gs pos="0">
                    <a:schemeClr val="accent6">
                      <a:satMod val="103000"/>
                      <a:lumMod val="102000"/>
                      <a:tint val="94000"/>
                    </a:schemeClr>
                  </a:gs>
                  <a:gs pos="50000">
                    <a:schemeClr val="accent6">
                      <a:satMod val="110000"/>
                      <a:lumMod val="100000"/>
                      <a:shade val="100000"/>
                    </a:schemeClr>
                  </a:gs>
                  <a:gs pos="100000">
                    <a:schemeClr val="accent6">
                      <a:lumMod val="99000"/>
                      <a:satMod val="120000"/>
                      <a:shade val="78000"/>
                    </a:schemeClr>
                  </a:gs>
                </a:gsLst>
                <a:lin ang="5400000" scaled="0"/>
              </a:gradFill>
              <a:ln>
                <a:noFill/>
              </a:ln>
              <a:effectLst>
                <a:outerShdw blurRad="57150" dist="19050" dir="5400000" algn="ctr" rotWithShape="0">
                  <a:srgbClr val="000000">
                    <a:alpha val="63000"/>
                  </a:srgbClr>
                </a:outerShdw>
              </a:effectLst>
            </c:spPr>
            <c:extLst>
              <c:ext xmlns:c16="http://schemas.microsoft.com/office/drawing/2014/chart" uri="{C3380CC4-5D6E-409C-BE32-E72D297353CC}">
                <c16:uniqueId val="{0000000B-4EC4-480A-A5A7-A3B6DEA0010A}"/>
              </c:ext>
            </c:extLst>
          </c:dPt>
          <c:dPt>
            <c:idx val="6"/>
            <c:bubble3D val="0"/>
            <c:spPr>
              <a:gradFill rotWithShape="1">
                <a:gsLst>
                  <a:gs pos="0">
                    <a:schemeClr val="accent1">
                      <a:lumMod val="60000"/>
                      <a:satMod val="103000"/>
                      <a:lumMod val="102000"/>
                      <a:tint val="94000"/>
                    </a:schemeClr>
                  </a:gs>
                  <a:gs pos="50000">
                    <a:schemeClr val="accent1">
                      <a:lumMod val="60000"/>
                      <a:satMod val="110000"/>
                      <a:lumMod val="100000"/>
                      <a:shade val="100000"/>
                    </a:schemeClr>
                  </a:gs>
                  <a:gs pos="100000">
                    <a:schemeClr val="accent1">
                      <a:lumMod val="60000"/>
                      <a:lumMod val="99000"/>
                      <a:satMod val="120000"/>
                      <a:shade val="78000"/>
                    </a:schemeClr>
                  </a:gs>
                </a:gsLst>
                <a:lin ang="5400000" scaled="0"/>
              </a:gradFill>
              <a:ln>
                <a:noFill/>
              </a:ln>
              <a:effectLst>
                <a:outerShdw blurRad="57150" dist="19050" dir="5400000" algn="ctr" rotWithShape="0">
                  <a:srgbClr val="000000">
                    <a:alpha val="63000"/>
                  </a:srgbClr>
                </a:outerShdw>
              </a:effectLst>
            </c:spPr>
            <c:extLst>
              <c:ext xmlns:c16="http://schemas.microsoft.com/office/drawing/2014/chart" uri="{C3380CC4-5D6E-409C-BE32-E72D297353CC}">
                <c16:uniqueId val="{00000005-5277-4A3E-A0D0-4DC8CD3BDFF1}"/>
              </c:ext>
            </c:extLst>
          </c:dPt>
          <c:dPt>
            <c:idx val="7"/>
            <c:bubble3D val="0"/>
            <c:spPr>
              <a:gradFill rotWithShape="1">
                <a:gsLst>
                  <a:gs pos="0">
                    <a:schemeClr val="accent2">
                      <a:lumMod val="60000"/>
                      <a:satMod val="103000"/>
                      <a:lumMod val="102000"/>
                      <a:tint val="94000"/>
                    </a:schemeClr>
                  </a:gs>
                  <a:gs pos="50000">
                    <a:schemeClr val="accent2">
                      <a:lumMod val="60000"/>
                      <a:satMod val="110000"/>
                      <a:lumMod val="100000"/>
                      <a:shade val="100000"/>
                    </a:schemeClr>
                  </a:gs>
                  <a:gs pos="100000">
                    <a:schemeClr val="accent2">
                      <a:lumMod val="60000"/>
                      <a:lumMod val="99000"/>
                      <a:satMod val="120000"/>
                      <a:shade val="78000"/>
                    </a:schemeClr>
                  </a:gs>
                </a:gsLst>
                <a:lin ang="5400000" scaled="0"/>
              </a:gradFill>
              <a:ln>
                <a:noFill/>
              </a:ln>
              <a:effectLst>
                <a:outerShdw blurRad="57150" dist="19050" dir="5400000" algn="ctr" rotWithShape="0">
                  <a:srgbClr val="000000">
                    <a:alpha val="63000"/>
                  </a:srgbClr>
                </a:outerShdw>
              </a:effectLst>
            </c:spPr>
            <c:extLst>
              <c:ext xmlns:c16="http://schemas.microsoft.com/office/drawing/2014/chart" uri="{C3380CC4-5D6E-409C-BE32-E72D297353CC}">
                <c16:uniqueId val="{00000004-5277-4A3E-A0D0-4DC8CD3BDFF1}"/>
              </c:ext>
            </c:extLst>
          </c:dPt>
          <c:dPt>
            <c:idx val="8"/>
            <c:bubble3D val="0"/>
            <c:spPr>
              <a:gradFill rotWithShape="1">
                <a:gsLst>
                  <a:gs pos="0">
                    <a:schemeClr val="accent3">
                      <a:lumMod val="60000"/>
                      <a:satMod val="103000"/>
                      <a:lumMod val="102000"/>
                      <a:tint val="94000"/>
                    </a:schemeClr>
                  </a:gs>
                  <a:gs pos="50000">
                    <a:schemeClr val="accent3">
                      <a:lumMod val="60000"/>
                      <a:satMod val="110000"/>
                      <a:lumMod val="100000"/>
                      <a:shade val="100000"/>
                    </a:schemeClr>
                  </a:gs>
                  <a:gs pos="100000">
                    <a:schemeClr val="accent3">
                      <a:lumMod val="60000"/>
                      <a:lumMod val="99000"/>
                      <a:satMod val="120000"/>
                      <a:shade val="78000"/>
                    </a:schemeClr>
                  </a:gs>
                </a:gsLst>
                <a:lin ang="5400000" scaled="0"/>
              </a:gradFill>
              <a:ln>
                <a:noFill/>
              </a:ln>
              <a:effectLst>
                <a:outerShdw blurRad="57150" dist="19050" dir="5400000" algn="ctr" rotWithShape="0">
                  <a:srgbClr val="000000">
                    <a:alpha val="63000"/>
                  </a:srgbClr>
                </a:outerShdw>
              </a:effectLst>
            </c:spPr>
            <c:extLst>
              <c:ext xmlns:c16="http://schemas.microsoft.com/office/drawing/2014/chart" uri="{C3380CC4-5D6E-409C-BE32-E72D297353CC}">
                <c16:uniqueId val="{00000006-5277-4A3E-A0D0-4DC8CD3BDFF1}"/>
              </c:ext>
            </c:extLst>
          </c:dPt>
          <c:dPt>
            <c:idx val="9"/>
            <c:bubble3D val="0"/>
            <c:spPr>
              <a:gradFill rotWithShape="1">
                <a:gsLst>
                  <a:gs pos="0">
                    <a:schemeClr val="accent4">
                      <a:lumMod val="60000"/>
                      <a:satMod val="103000"/>
                      <a:lumMod val="102000"/>
                      <a:tint val="94000"/>
                    </a:schemeClr>
                  </a:gs>
                  <a:gs pos="50000">
                    <a:schemeClr val="accent4">
                      <a:lumMod val="60000"/>
                      <a:satMod val="110000"/>
                      <a:lumMod val="100000"/>
                      <a:shade val="100000"/>
                    </a:schemeClr>
                  </a:gs>
                  <a:gs pos="100000">
                    <a:schemeClr val="accent4">
                      <a:lumMod val="60000"/>
                      <a:lumMod val="99000"/>
                      <a:satMod val="120000"/>
                      <a:shade val="78000"/>
                    </a:schemeClr>
                  </a:gs>
                </a:gsLst>
                <a:lin ang="5400000" scaled="0"/>
              </a:gradFill>
              <a:ln>
                <a:noFill/>
              </a:ln>
              <a:effectLst>
                <a:outerShdw blurRad="57150" dist="19050" dir="5400000" algn="ctr" rotWithShape="0">
                  <a:srgbClr val="000000">
                    <a:alpha val="63000"/>
                  </a:srgbClr>
                </a:outerShdw>
              </a:effectLst>
            </c:spPr>
            <c:extLst>
              <c:ext xmlns:c16="http://schemas.microsoft.com/office/drawing/2014/chart" uri="{C3380CC4-5D6E-409C-BE32-E72D297353CC}">
                <c16:uniqueId val="{00000003-5277-4A3E-A0D0-4DC8CD3BDFF1}"/>
              </c:ext>
            </c:extLst>
          </c:dPt>
          <c:dLbls>
            <c:dLbl>
              <c:idx val="6"/>
              <c:layout>
                <c:manualLayout>
                  <c:x val="-5.3196199006348227E-2"/>
                  <c:y val="-2.5412153948563363E-3"/>
                </c:manualLayout>
              </c:layout>
              <c:dLblPos val="bestFi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5277-4A3E-A0D0-4DC8CD3BDFF1}"/>
                </c:ext>
              </c:extLst>
            </c:dLbl>
            <c:dLbl>
              <c:idx val="7"/>
              <c:layout>
                <c:manualLayout>
                  <c:x val="-3.2329000963277128E-2"/>
                  <c:y val="-9.068724835831396E-2"/>
                </c:manualLayout>
              </c:layout>
              <c:dLblPos val="bestFi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5277-4A3E-A0D0-4DC8CD3BDFF1}"/>
                </c:ext>
              </c:extLst>
            </c:dLbl>
            <c:dLbl>
              <c:idx val="8"/>
              <c:layout>
                <c:manualLayout>
                  <c:x val="2.9385638112316034E-2"/>
                  <c:y val="-5.2238493341628119E-2"/>
                </c:manualLayout>
              </c:layout>
              <c:dLblPos val="bestFi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5277-4A3E-A0D0-4DC8CD3BDFF1}"/>
                </c:ext>
              </c:extLst>
            </c:dLbl>
            <c:dLbl>
              <c:idx val="9"/>
              <c:layout>
                <c:manualLayout>
                  <c:x val="5.3119684196203248E-2"/>
                  <c:y val="1.5256335183542373E-2"/>
                </c:manualLayout>
              </c:layout>
              <c:dLblPos val="bestFi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5277-4A3E-A0D0-4DC8CD3BDFF1}"/>
                </c:ext>
              </c:extLst>
            </c:dLbl>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fr-FR"/>
              </a:p>
            </c:txPr>
            <c:dLblPos val="bestFit"/>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Feuil1!$A$2:$A$11</c:f>
              <c:strCache>
                <c:ptCount val="10"/>
                <c:pt idx="0">
                  <c:v>Normal</c:v>
                </c:pt>
                <c:pt idx="1">
                  <c:v>Generic</c:v>
                </c:pt>
                <c:pt idx="2">
                  <c:v>Exploits</c:v>
                </c:pt>
                <c:pt idx="3">
                  <c:v>Fuzzers</c:v>
                </c:pt>
                <c:pt idx="4">
                  <c:v>DoS</c:v>
                </c:pt>
                <c:pt idx="5">
                  <c:v>Reconnaissance</c:v>
                </c:pt>
                <c:pt idx="6">
                  <c:v>Analysis</c:v>
                </c:pt>
                <c:pt idx="7">
                  <c:v>Backdoor</c:v>
                </c:pt>
                <c:pt idx="8">
                  <c:v>Shellcode</c:v>
                </c:pt>
                <c:pt idx="9">
                  <c:v>Worms</c:v>
                </c:pt>
              </c:strCache>
            </c:strRef>
          </c:cat>
          <c:val>
            <c:numRef>
              <c:f>Feuil1!$B$2:$B$11</c:f>
              <c:numCache>
                <c:formatCode>General</c:formatCode>
                <c:ptCount val="10"/>
                <c:pt idx="0">
                  <c:v>56000</c:v>
                </c:pt>
                <c:pt idx="1">
                  <c:v>40000</c:v>
                </c:pt>
                <c:pt idx="2">
                  <c:v>33393</c:v>
                </c:pt>
                <c:pt idx="3">
                  <c:v>18184</c:v>
                </c:pt>
                <c:pt idx="4">
                  <c:v>12264</c:v>
                </c:pt>
                <c:pt idx="5">
                  <c:v>10491</c:v>
                </c:pt>
                <c:pt idx="6">
                  <c:v>2000</c:v>
                </c:pt>
                <c:pt idx="7">
                  <c:v>1746</c:v>
                </c:pt>
                <c:pt idx="8">
                  <c:v>1133</c:v>
                </c:pt>
                <c:pt idx="9">
                  <c:v>130</c:v>
                </c:pt>
              </c:numCache>
            </c:numRef>
          </c:val>
          <c:extLst>
            <c:ext xmlns:c16="http://schemas.microsoft.com/office/drawing/2014/chart" uri="{C3380CC4-5D6E-409C-BE32-E72D297353CC}">
              <c16:uniqueId val="{00000000-5277-4A3E-A0D0-4DC8CD3BDFF1}"/>
            </c:ext>
          </c:extLst>
        </c:ser>
        <c:dLbls>
          <c:dLblPos val="bestFit"/>
          <c:showLegendKey val="0"/>
          <c:showVal val="1"/>
          <c:showCatName val="0"/>
          <c:showSerName val="0"/>
          <c:showPercent val="0"/>
          <c:showBubbleSize val="0"/>
          <c:showLeaderLines val="1"/>
        </c:dLbls>
        <c:firstSliceAng val="0"/>
      </c:pieChart>
      <c:spPr>
        <a:noFill/>
        <a:ln>
          <a:noFill/>
        </a:ln>
        <a:effectLst/>
      </c:spPr>
    </c:plotArea>
    <c:legend>
      <c:legendPos val="b"/>
      <c:layout>
        <c:manualLayout>
          <c:xMode val="edge"/>
          <c:yMode val="edge"/>
          <c:x val="0.74759537272349175"/>
          <c:y val="9.0814955043371365E-2"/>
          <c:w val="0.15222669661473043"/>
          <c:h val="0.87871629683093644"/>
        </c:manualLayout>
      </c:layout>
      <c:overlay val="0"/>
      <c:spPr>
        <a:noFill/>
        <a:ln>
          <a:noFill/>
        </a:ln>
        <a:effectLst/>
      </c:spPr>
      <c:txPr>
        <a:bodyPr rot="0" spcFirstLastPara="1" vertOverflow="ellipsis" vert="horz" wrap="square" anchor="ctr" anchorCtr="1"/>
        <a:lstStyle/>
        <a:p>
          <a:pPr>
            <a:defRPr sz="1600" b="0" i="0" u="none" strike="noStrike" kern="1200" baseline="0">
              <a:solidFill>
                <a:schemeClr val="tx1">
                  <a:lumMod val="65000"/>
                  <a:lumOff val="35000"/>
                </a:schemeClr>
              </a:solidFill>
              <a:latin typeface="+mn-lt"/>
              <a:ea typeface="+mn-ea"/>
              <a:cs typeface="+mn-cs"/>
            </a:defRPr>
          </a:pPr>
          <a:endParaRPr lang="fr-FR"/>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fr-FR"/>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344">
  <cs:axisTitle>
    <cs:lnRef idx="0"/>
    <cs:fillRef idx="0"/>
    <cs:effectRef idx="0"/>
    <cs:fontRef idx="minor">
      <a:schemeClr val="tx1">
        <a:lumMod val="65000"/>
        <a:lumOff val="35000"/>
      </a:schemeClr>
    </cs:fontRef>
    <cs:defRPr sz="1197" kern="1200"/>
  </cs:axisTitle>
  <cs:category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tx1"/>
    </cs:fontRef>
  </cs:dataPoint>
  <cs:dataPoint3D>
    <cs:lnRef idx="0"/>
    <cs:fillRef idx="3">
      <cs:styleClr val="auto"/>
    </cs:fillRef>
    <cs:effectRef idx="3"/>
    <cs:fontRef idx="minor">
      <a:schemeClr val="tx1"/>
    </cs:fontRef>
  </cs:dataPoint3D>
  <cs:dataPointLine>
    <cs:lnRef idx="0">
      <cs:styleClr val="auto"/>
    </cs:lnRef>
    <cs:fillRef idx="3"/>
    <cs:effectRef idx="3"/>
    <cs:fontRef idx="minor">
      <a:schemeClr val="tx1"/>
    </cs:fontRef>
    <cs:spPr>
      <a:ln w="34925" cap="rnd">
        <a:solidFill>
          <a:schemeClr val="phClr"/>
        </a:solidFill>
        <a:round/>
      </a:ln>
    </cs:spPr>
  </cs:dataPointLine>
  <cs:dataPointMarker>
    <cs:lnRef idx="0">
      <cs:styleClr val="auto"/>
    </cs:lnRef>
    <cs:fillRef idx="3">
      <cs:styleClr val="auto"/>
    </cs:fillRef>
    <cs:effectRef idx="3"/>
    <cs:fontRef idx="minor">
      <a:schemeClr val="tx1"/>
    </cs:fontRef>
    <cs:spPr>
      <a:ln w="9525">
        <a:solidFill>
          <a:schemeClr val="phClr"/>
        </a:solidFill>
        <a:round/>
      </a:ln>
    </cs:spPr>
  </cs:dataPointMarker>
  <cs:dataPointMarkerLayout symbol="circle" size="6"/>
  <cs:dataPointWireframe>
    <cs:lnRef idx="0">
      <cs:styleClr val="auto"/>
    </cs:lnRef>
    <cs:fillRef idx="3"/>
    <cs:effectRef idx="3"/>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lt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2128" b="1" kern="1200" baseline="0"/>
  </cs:title>
  <cs:trendline>
    <cs:lnRef idx="0">
      <cs:styleClr val="auto"/>
    </cs:lnRef>
    <cs:fillRef idx="0"/>
    <cs:effectRef idx="0"/>
    <cs:fontRef idx="minor">
      <a:schemeClr val="lt1"/>
    </cs:fontRef>
    <cs:spPr>
      <a:ln w="19050" cap="rnd">
        <a:solidFill>
          <a:schemeClr val="phClr"/>
        </a:solidFill>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lt1"/>
    </cs:fontRef>
  </cs:wall>
</cs:chartStyle>
</file>

<file path=ppt/diagrams/_rels/data1.xml.rels><?xml version="1.0" encoding="UTF-8" standalone="yes"?>
<Relationships xmlns="http://schemas.openxmlformats.org/package/2006/relationships"><Relationship Id="rId8" Type="http://schemas.openxmlformats.org/officeDocument/2006/relationships/image" Target="../media/image17.svg"/><Relationship Id="rId3" Type="http://schemas.openxmlformats.org/officeDocument/2006/relationships/image" Target="../media/image12.png"/><Relationship Id="rId7" Type="http://schemas.openxmlformats.org/officeDocument/2006/relationships/image" Target="../media/image16.png"/><Relationship Id="rId2" Type="http://schemas.openxmlformats.org/officeDocument/2006/relationships/image" Target="../media/image11.svg"/><Relationship Id="rId1" Type="http://schemas.openxmlformats.org/officeDocument/2006/relationships/image" Target="../media/image10.png"/><Relationship Id="rId6" Type="http://schemas.openxmlformats.org/officeDocument/2006/relationships/image" Target="../media/image15.svg"/><Relationship Id="rId5" Type="http://schemas.openxmlformats.org/officeDocument/2006/relationships/image" Target="../media/image14.png"/><Relationship Id="rId4" Type="http://schemas.openxmlformats.org/officeDocument/2006/relationships/image" Target="../media/image13.svg"/></Relationships>
</file>

<file path=ppt/diagrams/_rels/drawing1.xml.rels><?xml version="1.0" encoding="UTF-8" standalone="yes"?>
<Relationships xmlns="http://schemas.openxmlformats.org/package/2006/relationships"><Relationship Id="rId8" Type="http://schemas.openxmlformats.org/officeDocument/2006/relationships/image" Target="../media/image17.svg"/><Relationship Id="rId3" Type="http://schemas.openxmlformats.org/officeDocument/2006/relationships/image" Target="../media/image12.png"/><Relationship Id="rId7" Type="http://schemas.openxmlformats.org/officeDocument/2006/relationships/image" Target="../media/image16.png"/><Relationship Id="rId2" Type="http://schemas.openxmlformats.org/officeDocument/2006/relationships/image" Target="../media/image11.svg"/><Relationship Id="rId1" Type="http://schemas.openxmlformats.org/officeDocument/2006/relationships/image" Target="../media/image10.png"/><Relationship Id="rId6" Type="http://schemas.openxmlformats.org/officeDocument/2006/relationships/image" Target="../media/image15.svg"/><Relationship Id="rId5" Type="http://schemas.openxmlformats.org/officeDocument/2006/relationships/image" Target="../media/image14.png"/><Relationship Id="rId4" Type="http://schemas.openxmlformats.org/officeDocument/2006/relationships/image" Target="../media/image13.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5_2">
  <dgm:title val=""/>
  <dgm:desc val=""/>
  <dgm:catLst>
    <dgm:cat type="accent5" pri="11200"/>
  </dgm:catLst>
  <dgm:styleLbl name="node0">
    <dgm:fillClrLst meth="repeat">
      <a:schemeClr val="accent5"/>
    </dgm:fillClrLst>
    <dgm:linClrLst meth="repeat">
      <a:schemeClr val="lt1"/>
    </dgm:linClrLst>
    <dgm:effectClrLst/>
    <dgm:txLinClrLst/>
    <dgm:txFillClrLst/>
    <dgm:txEffectClrLst/>
  </dgm:styleLbl>
  <dgm:styleLbl name="node1">
    <dgm:fillClrLst meth="repeat">
      <a:schemeClr val="accent5"/>
    </dgm:fillClrLst>
    <dgm:linClrLst meth="repeat">
      <a:schemeClr val="lt1"/>
    </dgm:linClrLst>
    <dgm:effectClrLst/>
    <dgm:txLinClrLst/>
    <dgm:txFillClrLst/>
    <dgm:txEffectClrLst/>
  </dgm:styleLbl>
  <dgm:styleLbl name="alignNode1">
    <dgm:fillClrLst meth="repeat">
      <a:schemeClr val="accent5"/>
    </dgm:fillClrLst>
    <dgm:linClrLst meth="repeat">
      <a:schemeClr val="accent5"/>
    </dgm:linClrLst>
    <dgm:effectClrLst/>
    <dgm:txLinClrLst/>
    <dgm:txFillClrLst/>
    <dgm:txEffectClrLst/>
  </dgm:styleLbl>
  <dgm:styleLbl name="lnNode1">
    <dgm:fillClrLst meth="repeat">
      <a:schemeClr val="accent5"/>
    </dgm:fillClrLst>
    <dgm:linClrLst meth="repeat">
      <a:schemeClr val="lt1"/>
    </dgm:linClrLst>
    <dgm:effectClrLst/>
    <dgm:txLinClrLst/>
    <dgm:txFillClrLst/>
    <dgm:txEffectClrLst/>
  </dgm:styleLbl>
  <dgm:styleLbl name="vennNode1">
    <dgm:fillClrLst meth="repeat">
      <a:schemeClr val="accent5">
        <a:alpha val="50000"/>
      </a:schemeClr>
    </dgm:fillClrLst>
    <dgm:linClrLst meth="repeat">
      <a:schemeClr val="lt1"/>
    </dgm:linClrLst>
    <dgm:effectClrLst/>
    <dgm:txLinClrLst/>
    <dgm:txFillClrLst/>
    <dgm:txEffectClrLst/>
  </dgm:styleLbl>
  <dgm:styleLbl name="node2">
    <dgm:fillClrLst meth="repeat">
      <a:schemeClr val="accent5"/>
    </dgm:fillClrLst>
    <dgm:linClrLst meth="repeat">
      <a:schemeClr val="lt1"/>
    </dgm:linClrLst>
    <dgm:effectClrLst/>
    <dgm:txLinClrLst/>
    <dgm:txFillClrLst/>
    <dgm:txEffectClrLst/>
  </dgm:styleLbl>
  <dgm:styleLbl name="node3">
    <dgm:fillClrLst meth="repeat">
      <a:schemeClr val="accent5"/>
    </dgm:fillClrLst>
    <dgm:linClrLst meth="repeat">
      <a:schemeClr val="lt1"/>
    </dgm:linClrLst>
    <dgm:effectClrLst/>
    <dgm:txLinClrLst/>
    <dgm:txFillClrLst/>
    <dgm:txEffectClrLst/>
  </dgm:styleLbl>
  <dgm:styleLbl name="node4">
    <dgm:fillClrLst meth="repeat">
      <a:schemeClr val="accent5"/>
    </dgm:fillClrLst>
    <dgm:linClrLst meth="repeat">
      <a:schemeClr val="lt1"/>
    </dgm:linClrLst>
    <dgm:effectClrLst/>
    <dgm:txLinClrLst/>
    <dgm:txFillClrLst/>
    <dgm:txEffectClrLst/>
  </dgm:styleLbl>
  <dgm:styleLbl name="f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5">
        <a:tint val="60000"/>
      </a:schemeClr>
    </dgm:fillClrLst>
    <dgm:linClrLst meth="repeat">
      <a:schemeClr val="accent5">
        <a:tint val="60000"/>
      </a:schemeClr>
    </dgm:linClrLst>
    <dgm:effectClrLst/>
    <dgm:txLinClrLst/>
    <dgm:txFillClrLst/>
    <dgm:txEffectClrLst/>
  </dgm:styleLbl>
  <dgm:styleLbl name="fgSibTrans2D1">
    <dgm:fillClrLst meth="repeat">
      <a:schemeClr val="accent5">
        <a:tint val="60000"/>
      </a:schemeClr>
    </dgm:fillClrLst>
    <dgm:linClrLst meth="repeat">
      <a:schemeClr val="accent5">
        <a:tint val="60000"/>
      </a:schemeClr>
    </dgm:linClrLst>
    <dgm:effectClrLst/>
    <dgm:txLinClrLst/>
    <dgm:txFillClrLst/>
    <dgm:txEffectClrLst/>
  </dgm:styleLbl>
  <dgm:styleLbl name="bgSibTrans2D1">
    <dgm:fillClrLst meth="repeat">
      <a:schemeClr val="accent5">
        <a:tint val="60000"/>
      </a:schemeClr>
    </dgm:fillClrLst>
    <dgm:linClrLst meth="repeat">
      <a:schemeClr val="accent5">
        <a:tint val="60000"/>
      </a:schemeClr>
    </dgm:linClrLst>
    <dgm:effectClrLst/>
    <dgm:txLinClrLst/>
    <dgm:txFillClrLst/>
    <dgm:txEffectClrLst/>
  </dgm:styleLbl>
  <dgm:styleLbl name="sibTrans1D1">
    <dgm:fillClrLst meth="repeat">
      <a:schemeClr val="accent5"/>
    </dgm:fillClrLst>
    <dgm:linClrLst meth="repeat">
      <a:schemeClr val="accent5"/>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dgm:linClrLst>
    <dgm:effectClrLst/>
    <dgm:txLinClrLst/>
    <dgm:txFillClrLst/>
    <dgm:txEffectClrLst/>
  </dgm:styleLbl>
  <dgm:styleLbl name="asst1">
    <dgm:fillClrLst meth="repeat">
      <a:schemeClr val="accent5"/>
    </dgm:fillClrLst>
    <dgm:linClrLst meth="repeat">
      <a:schemeClr val="lt1"/>
    </dgm:linClrLst>
    <dgm:effectClrLst/>
    <dgm:txLinClrLst/>
    <dgm:txFillClrLst/>
    <dgm:txEffectClrLst/>
  </dgm:styleLbl>
  <dgm:styleLbl name="asst2">
    <dgm:fillClrLst meth="repeat">
      <a:schemeClr val="accent5"/>
    </dgm:fillClrLst>
    <dgm:linClrLst meth="repeat">
      <a:schemeClr val="lt1"/>
    </dgm:linClrLst>
    <dgm:effectClrLst/>
    <dgm:txLinClrLst/>
    <dgm:txFillClrLst/>
    <dgm:txEffectClrLst/>
  </dgm:styleLbl>
  <dgm:styleLbl name="asst3">
    <dgm:fillClrLst meth="repeat">
      <a:schemeClr val="accent5"/>
    </dgm:fillClrLst>
    <dgm:linClrLst meth="repeat">
      <a:schemeClr val="lt1"/>
    </dgm:linClrLst>
    <dgm:effectClrLst/>
    <dgm:txLinClrLst/>
    <dgm:txFillClrLst/>
    <dgm:txEffectClrLst/>
  </dgm:styleLbl>
  <dgm:styleLbl name="asst4">
    <dgm:fillClrLst meth="repeat">
      <a:schemeClr val="accent5"/>
    </dgm:fillClrLst>
    <dgm:linClrLst meth="repeat">
      <a:schemeClr val="lt1"/>
    </dgm:linClrLst>
    <dgm:effectClrLst/>
    <dgm:txLinClrLst/>
    <dgm:txFillClrLst/>
    <dgm:txEffectClrLst/>
  </dgm:styleLbl>
  <dgm:styleLbl name="parChTrans2D1">
    <dgm:fillClrLst meth="repeat">
      <a:schemeClr val="accent5">
        <a:tint val="60000"/>
      </a:schemeClr>
    </dgm:fillClrLst>
    <dgm:linClrLst meth="repeat">
      <a:schemeClr val="accent5">
        <a:tint val="60000"/>
      </a:schemeClr>
    </dgm:linClrLst>
    <dgm:effectClrLst/>
    <dgm:txLinClrLst/>
    <dgm:txFillClrLst meth="repeat">
      <a:schemeClr val="lt1"/>
    </dgm:txFillClrLst>
    <dgm:txEffectClrLst/>
  </dgm:styleLbl>
  <dgm:styleLbl name="parChTrans2D2">
    <dgm:fillClrLst meth="repeat">
      <a:schemeClr val="accent5"/>
    </dgm:fillClrLst>
    <dgm:linClrLst meth="repeat">
      <a:schemeClr val="accent5"/>
    </dgm:linClrLst>
    <dgm:effectClrLst/>
    <dgm:txLinClrLst/>
    <dgm:txFillClrLst meth="repeat">
      <a:schemeClr val="lt1"/>
    </dgm:txFillClrLst>
    <dgm:txEffectClrLst/>
  </dgm:styleLbl>
  <dgm:styleLbl name="parChTrans2D3">
    <dgm:fillClrLst meth="repeat">
      <a:schemeClr val="accent5"/>
    </dgm:fillClrLst>
    <dgm:linClrLst meth="repeat">
      <a:schemeClr val="accent5"/>
    </dgm:linClrLst>
    <dgm:effectClrLst/>
    <dgm:txLinClrLst/>
    <dgm:txFillClrLst meth="repeat">
      <a:schemeClr val="lt1"/>
    </dgm:txFillClrLst>
    <dgm:txEffectClrLst/>
  </dgm:styleLbl>
  <dgm:styleLbl name="parChTrans2D4">
    <dgm:fillClrLst meth="repeat">
      <a:schemeClr val="accent5"/>
    </dgm:fillClrLst>
    <dgm:linClrLst meth="repeat">
      <a:schemeClr val="accent5"/>
    </dgm:linClrLst>
    <dgm:effectClrLst/>
    <dgm:txLinClrLst/>
    <dgm:txFillClrLst meth="repeat">
      <a:schemeClr val="lt1"/>
    </dgm:txFillClrLst>
    <dgm:txEffectClrLst/>
  </dgm:styleLbl>
  <dgm:styleLbl name="parChTrans1D1">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2">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3">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parChTrans1D4">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solidFgAcc1">
    <dgm:fillClrLst meth="repeat">
      <a:schemeClr val="lt1"/>
    </dgm:fillClrLst>
    <dgm:linClrLst meth="repeat">
      <a:schemeClr val="accent5"/>
    </dgm:linClrLst>
    <dgm:effectClrLst/>
    <dgm:txLinClrLst/>
    <dgm:txFillClrLst meth="repeat">
      <a:schemeClr val="dk1"/>
    </dgm:txFillClrLst>
    <dgm:txEffectClrLst/>
  </dgm:styleLbl>
  <dgm:styleLbl name="solidAlignAcc1">
    <dgm:fillClrLst meth="repeat">
      <a:schemeClr val="lt1"/>
    </dgm:fillClrLst>
    <dgm:linClrLst meth="repeat">
      <a:schemeClr val="accent5"/>
    </dgm:linClrLst>
    <dgm:effectClrLst/>
    <dgm:txLinClrLst/>
    <dgm:txFillClrLst meth="repeat">
      <a:schemeClr val="dk1"/>
    </dgm:txFillClrLst>
    <dgm:txEffectClrLst/>
  </dgm:styleLbl>
  <dgm:styleLbl name="solidBgAcc1">
    <dgm:fillClrLst meth="repeat">
      <a:schemeClr val="lt1"/>
    </dgm:fillClrLst>
    <dgm:linClrLst meth="repeat">
      <a:schemeClr val="accent5"/>
    </dgm:linClrLst>
    <dgm:effectClrLst/>
    <dgm:txLinClrLst/>
    <dgm:txFillClrLst meth="repeat">
      <a:schemeClr val="dk1"/>
    </dgm:txFillClrLst>
    <dgm:txEffectClrLst/>
  </dgm:styleLbl>
  <dgm:styleLbl name="f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align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b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accent5"/>
    </dgm:linClrLst>
    <dgm:effectClrLst/>
    <dgm:txLinClrLst/>
    <dgm:txFillClrLst meth="repeat">
      <a:schemeClr val="dk1"/>
    </dgm:txFillClrLst>
    <dgm:txEffectClrLst/>
  </dgm:styleLbl>
  <dgm:styleLbl name="dkBgShp">
    <dgm:fillClrLst meth="repeat">
      <a:schemeClr val="accent5">
        <a:shade val="80000"/>
      </a:schemeClr>
    </dgm:fillClrLst>
    <dgm:linClrLst meth="repeat">
      <a:schemeClr val="accent5"/>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4458A26A-6EFB-4205-B5EC-E2538C2092FF}" type="doc">
      <dgm:prSet loTypeId="urn:microsoft.com/office/officeart/2018/5/layout/CenteredIconLabelDescriptionList" loCatId="icon" qsTypeId="urn:microsoft.com/office/officeart/2005/8/quickstyle/simple1" qsCatId="simple" csTypeId="urn:microsoft.com/office/officeart/2005/8/colors/accent1_2" csCatId="accent1" phldr="1"/>
      <dgm:spPr/>
      <dgm:t>
        <a:bodyPr/>
        <a:lstStyle/>
        <a:p>
          <a:endParaRPr lang="en-US"/>
        </a:p>
      </dgm:t>
    </dgm:pt>
    <dgm:pt modelId="{6FF5B7C8-9969-4BE4-B351-2D64BE006B33}">
      <dgm:prSet custT="1"/>
      <dgm:spPr/>
      <dgm:t>
        <a:bodyPr/>
        <a:lstStyle/>
        <a:p>
          <a:pPr>
            <a:lnSpc>
              <a:spcPct val="100000"/>
            </a:lnSpc>
            <a:defRPr b="1"/>
          </a:pPr>
          <a:r>
            <a:rPr lang="fr-FR" sz="1400" b="1">
              <a:latin typeface="+mj-lt"/>
            </a:rPr>
            <a:t>Gestion des données déséquilibrées</a:t>
          </a:r>
          <a:endParaRPr lang="en-US" sz="1400" b="1" dirty="0">
            <a:latin typeface="+mj-lt"/>
          </a:endParaRPr>
        </a:p>
      </dgm:t>
    </dgm:pt>
    <dgm:pt modelId="{C2BE3A6C-E135-449E-A294-EE4F77566125}" type="parTrans" cxnId="{68F25AA0-20BA-4227-95C2-172C052B4B38}">
      <dgm:prSet/>
      <dgm:spPr/>
      <dgm:t>
        <a:bodyPr/>
        <a:lstStyle/>
        <a:p>
          <a:endParaRPr lang="en-US" sz="1400">
            <a:latin typeface="+mj-lt"/>
          </a:endParaRPr>
        </a:p>
      </dgm:t>
    </dgm:pt>
    <dgm:pt modelId="{16B93819-BCED-4170-8FA7-B8928DD3C6D0}" type="sibTrans" cxnId="{68F25AA0-20BA-4227-95C2-172C052B4B38}">
      <dgm:prSet/>
      <dgm:spPr/>
      <dgm:t>
        <a:bodyPr/>
        <a:lstStyle/>
        <a:p>
          <a:endParaRPr lang="en-US" sz="1400">
            <a:latin typeface="+mj-lt"/>
          </a:endParaRPr>
        </a:p>
      </dgm:t>
    </dgm:pt>
    <dgm:pt modelId="{25C77396-00EA-4323-A9C9-2B99DCE435B3}">
      <dgm:prSet custT="1"/>
      <dgm:spPr/>
      <dgm:t>
        <a:bodyPr/>
        <a:lstStyle/>
        <a:p>
          <a:pPr>
            <a:lnSpc>
              <a:spcPct val="100000"/>
            </a:lnSpc>
          </a:pPr>
          <a:r>
            <a:rPr lang="fr-FR" sz="1400" dirty="0">
              <a:latin typeface="+mj-lt"/>
            </a:rPr>
            <a:t>Random Forest peut pondérer les classes, ce qui le rend efficace pour traiter les jeux de données déséquilibrés</a:t>
          </a:r>
          <a:endParaRPr lang="en-US" sz="1400" dirty="0">
            <a:latin typeface="+mj-lt"/>
          </a:endParaRPr>
        </a:p>
      </dgm:t>
    </dgm:pt>
    <dgm:pt modelId="{22B11093-DA9B-40C9-AE10-960A71EE0262}" type="parTrans" cxnId="{EE7C36BB-3232-40DB-A909-644DA1D57E84}">
      <dgm:prSet/>
      <dgm:spPr/>
      <dgm:t>
        <a:bodyPr/>
        <a:lstStyle/>
        <a:p>
          <a:endParaRPr lang="en-US" sz="1400">
            <a:latin typeface="+mj-lt"/>
          </a:endParaRPr>
        </a:p>
      </dgm:t>
    </dgm:pt>
    <dgm:pt modelId="{B30F93A0-E9F3-4BD0-BED3-1BD93FA1DEF7}" type="sibTrans" cxnId="{EE7C36BB-3232-40DB-A909-644DA1D57E84}">
      <dgm:prSet/>
      <dgm:spPr/>
      <dgm:t>
        <a:bodyPr/>
        <a:lstStyle/>
        <a:p>
          <a:endParaRPr lang="en-US" sz="1400">
            <a:latin typeface="+mj-lt"/>
          </a:endParaRPr>
        </a:p>
      </dgm:t>
    </dgm:pt>
    <dgm:pt modelId="{91A53058-FA3E-4D45-A17D-61DD1F959FE6}">
      <dgm:prSet custT="1"/>
      <dgm:spPr/>
      <dgm:t>
        <a:bodyPr/>
        <a:lstStyle/>
        <a:p>
          <a:pPr>
            <a:lnSpc>
              <a:spcPct val="100000"/>
            </a:lnSpc>
            <a:defRPr b="1"/>
          </a:pPr>
          <a:r>
            <a:rPr lang="fr-FR" sz="1400" b="1" dirty="0">
              <a:latin typeface="+mj-lt"/>
            </a:rPr>
            <a:t>Robustesse face au bruit</a:t>
          </a:r>
          <a:endParaRPr lang="en-US" sz="1400" b="1" dirty="0">
            <a:latin typeface="+mj-lt"/>
          </a:endParaRPr>
        </a:p>
      </dgm:t>
    </dgm:pt>
    <dgm:pt modelId="{78C0D7A0-C252-4344-8E28-84929E042F0B}" type="parTrans" cxnId="{27495C08-6F6E-41EC-8764-B18CD7DBF620}">
      <dgm:prSet/>
      <dgm:spPr/>
      <dgm:t>
        <a:bodyPr/>
        <a:lstStyle/>
        <a:p>
          <a:endParaRPr lang="en-US" sz="1400">
            <a:latin typeface="+mj-lt"/>
          </a:endParaRPr>
        </a:p>
      </dgm:t>
    </dgm:pt>
    <dgm:pt modelId="{E94D82F1-7B39-4246-B7BB-0D75D9AF380D}" type="sibTrans" cxnId="{27495C08-6F6E-41EC-8764-B18CD7DBF620}">
      <dgm:prSet/>
      <dgm:spPr/>
      <dgm:t>
        <a:bodyPr/>
        <a:lstStyle/>
        <a:p>
          <a:endParaRPr lang="en-US" sz="1400">
            <a:latin typeface="+mj-lt"/>
          </a:endParaRPr>
        </a:p>
      </dgm:t>
    </dgm:pt>
    <dgm:pt modelId="{7588128D-334D-4CFF-8D62-72C6E2689783}">
      <dgm:prSet custT="1"/>
      <dgm:spPr/>
      <dgm:t>
        <a:bodyPr/>
        <a:lstStyle/>
        <a:p>
          <a:pPr>
            <a:lnSpc>
              <a:spcPct val="100000"/>
            </a:lnSpc>
          </a:pPr>
          <a:r>
            <a:rPr lang="fr-FR" sz="1400" dirty="0">
              <a:latin typeface="+mj-lt"/>
            </a:rPr>
            <a:t>Il est résilient aux données bruitées et aux caractéristiques non pertinentes, garantissant des performances fiables</a:t>
          </a:r>
          <a:endParaRPr lang="en-US" sz="1400" dirty="0">
            <a:latin typeface="+mj-lt"/>
          </a:endParaRPr>
        </a:p>
      </dgm:t>
    </dgm:pt>
    <dgm:pt modelId="{8D877D01-87AE-48DE-BA09-0E9FF799C677}" type="parTrans" cxnId="{1C7C3E16-1799-47C8-8B27-256185D25BB9}">
      <dgm:prSet/>
      <dgm:spPr/>
      <dgm:t>
        <a:bodyPr/>
        <a:lstStyle/>
        <a:p>
          <a:endParaRPr lang="en-US" sz="1400">
            <a:latin typeface="+mj-lt"/>
          </a:endParaRPr>
        </a:p>
      </dgm:t>
    </dgm:pt>
    <dgm:pt modelId="{B0E142F6-075F-483A-BF0F-3399A92C94A8}" type="sibTrans" cxnId="{1C7C3E16-1799-47C8-8B27-256185D25BB9}">
      <dgm:prSet/>
      <dgm:spPr/>
      <dgm:t>
        <a:bodyPr/>
        <a:lstStyle/>
        <a:p>
          <a:endParaRPr lang="en-US" sz="1400">
            <a:latin typeface="+mj-lt"/>
          </a:endParaRPr>
        </a:p>
      </dgm:t>
    </dgm:pt>
    <dgm:pt modelId="{FB669066-6734-4A0E-92DE-9CB07BC29199}">
      <dgm:prSet custT="1"/>
      <dgm:spPr/>
      <dgm:t>
        <a:bodyPr/>
        <a:lstStyle/>
        <a:p>
          <a:pPr>
            <a:lnSpc>
              <a:spcPct val="100000"/>
            </a:lnSpc>
            <a:defRPr b="1"/>
          </a:pPr>
          <a:r>
            <a:rPr lang="fr-FR" sz="1400">
              <a:latin typeface="+mj-lt"/>
            </a:rPr>
            <a:t>Explicabilité</a:t>
          </a:r>
          <a:endParaRPr lang="en-US" sz="1400" dirty="0">
            <a:latin typeface="+mj-lt"/>
          </a:endParaRPr>
        </a:p>
      </dgm:t>
    </dgm:pt>
    <dgm:pt modelId="{D4C6D76B-B1DB-4499-92C7-C57EBE32BD29}" type="parTrans" cxnId="{E46502B9-90BA-4D7E-AFBE-042950E1FB21}">
      <dgm:prSet/>
      <dgm:spPr/>
      <dgm:t>
        <a:bodyPr/>
        <a:lstStyle/>
        <a:p>
          <a:endParaRPr lang="en-US" sz="1400">
            <a:latin typeface="+mj-lt"/>
          </a:endParaRPr>
        </a:p>
      </dgm:t>
    </dgm:pt>
    <dgm:pt modelId="{D37278BD-5A23-46BC-93D0-6154625523B4}" type="sibTrans" cxnId="{E46502B9-90BA-4D7E-AFBE-042950E1FB21}">
      <dgm:prSet/>
      <dgm:spPr/>
      <dgm:t>
        <a:bodyPr/>
        <a:lstStyle/>
        <a:p>
          <a:endParaRPr lang="en-US" sz="1400">
            <a:latin typeface="+mj-lt"/>
          </a:endParaRPr>
        </a:p>
      </dgm:t>
    </dgm:pt>
    <dgm:pt modelId="{C143D11C-B1AF-45B6-AAEB-19EDE191F8D2}">
      <dgm:prSet custT="1"/>
      <dgm:spPr/>
      <dgm:t>
        <a:bodyPr/>
        <a:lstStyle/>
        <a:p>
          <a:pPr>
            <a:lnSpc>
              <a:spcPct val="100000"/>
            </a:lnSpc>
          </a:pPr>
          <a:r>
            <a:rPr lang="fr-FR" sz="1400" dirty="0">
              <a:latin typeface="+mj-lt"/>
            </a:rPr>
            <a:t>Random Forest permet d'identifier les variables les plus importantes, facilitant ainsi l’interprétation des résultats</a:t>
          </a:r>
          <a:endParaRPr lang="en-US" sz="1400" dirty="0">
            <a:latin typeface="+mj-lt"/>
          </a:endParaRPr>
        </a:p>
      </dgm:t>
    </dgm:pt>
    <dgm:pt modelId="{67C95812-B779-4A08-BC2C-95A71208672F}" type="parTrans" cxnId="{CBDDE550-763A-42F7-9496-A6E0F870B20E}">
      <dgm:prSet/>
      <dgm:spPr/>
      <dgm:t>
        <a:bodyPr/>
        <a:lstStyle/>
        <a:p>
          <a:endParaRPr lang="en-US" sz="1400">
            <a:latin typeface="+mj-lt"/>
          </a:endParaRPr>
        </a:p>
      </dgm:t>
    </dgm:pt>
    <dgm:pt modelId="{D7BF0118-DF6F-4E05-BD90-B9FB687653FE}" type="sibTrans" cxnId="{CBDDE550-763A-42F7-9496-A6E0F870B20E}">
      <dgm:prSet/>
      <dgm:spPr/>
      <dgm:t>
        <a:bodyPr/>
        <a:lstStyle/>
        <a:p>
          <a:endParaRPr lang="en-US" sz="1400">
            <a:latin typeface="+mj-lt"/>
          </a:endParaRPr>
        </a:p>
      </dgm:t>
    </dgm:pt>
    <dgm:pt modelId="{551CDC3B-C777-4CAC-95F7-26FB8BF85151}">
      <dgm:prSet custT="1"/>
      <dgm:spPr/>
      <dgm:t>
        <a:bodyPr/>
        <a:lstStyle/>
        <a:p>
          <a:pPr>
            <a:lnSpc>
              <a:spcPct val="100000"/>
            </a:lnSpc>
            <a:defRPr b="1"/>
          </a:pPr>
          <a:r>
            <a:rPr lang="fr-FR" sz="1400">
              <a:latin typeface="+mj-lt"/>
            </a:rPr>
            <a:t>Adaptabilité </a:t>
          </a:r>
          <a:endParaRPr lang="en-US" sz="1400" dirty="0">
            <a:latin typeface="+mj-lt"/>
          </a:endParaRPr>
        </a:p>
      </dgm:t>
    </dgm:pt>
    <dgm:pt modelId="{7B1C0E4B-F021-4FA1-9877-615DEEA55871}" type="parTrans" cxnId="{2E0C9198-A2D5-42E1-BC65-02648ED2B313}">
      <dgm:prSet/>
      <dgm:spPr/>
      <dgm:t>
        <a:bodyPr/>
        <a:lstStyle/>
        <a:p>
          <a:endParaRPr lang="en-US" sz="1400">
            <a:latin typeface="+mj-lt"/>
          </a:endParaRPr>
        </a:p>
      </dgm:t>
    </dgm:pt>
    <dgm:pt modelId="{04E7581C-634E-43F1-ABB6-DE6177E66DE1}" type="sibTrans" cxnId="{2E0C9198-A2D5-42E1-BC65-02648ED2B313}">
      <dgm:prSet/>
      <dgm:spPr/>
      <dgm:t>
        <a:bodyPr/>
        <a:lstStyle/>
        <a:p>
          <a:endParaRPr lang="en-US" sz="1400">
            <a:latin typeface="+mj-lt"/>
          </a:endParaRPr>
        </a:p>
      </dgm:t>
    </dgm:pt>
    <dgm:pt modelId="{5298EF3B-11BD-412C-BF2E-D8A069DE2D59}">
      <dgm:prSet custT="1"/>
      <dgm:spPr/>
      <dgm:t>
        <a:bodyPr/>
        <a:lstStyle/>
        <a:p>
          <a:pPr>
            <a:lnSpc>
              <a:spcPct val="100000"/>
            </a:lnSpc>
          </a:pPr>
          <a:r>
            <a:rPr lang="fr-FR" sz="1400">
              <a:latin typeface="+mj-lt"/>
            </a:rPr>
            <a:t>Ce modèle fonctionne bien sur une large gamme de problèmes, même lorsque les relations entre les variables sont complexes et non linéaires</a:t>
          </a:r>
          <a:endParaRPr lang="en-US" sz="1400" dirty="0">
            <a:latin typeface="+mj-lt"/>
          </a:endParaRPr>
        </a:p>
      </dgm:t>
    </dgm:pt>
    <dgm:pt modelId="{BB0C8992-5392-4AA4-8544-4BA51B1346E6}" type="parTrans" cxnId="{C3C7CADE-8542-49E0-ACEB-7602EC0B5E56}">
      <dgm:prSet/>
      <dgm:spPr/>
      <dgm:t>
        <a:bodyPr/>
        <a:lstStyle/>
        <a:p>
          <a:endParaRPr lang="en-US" sz="1400">
            <a:latin typeface="+mj-lt"/>
          </a:endParaRPr>
        </a:p>
      </dgm:t>
    </dgm:pt>
    <dgm:pt modelId="{796E9D8F-5824-41F4-976B-B9A9844E2F69}" type="sibTrans" cxnId="{C3C7CADE-8542-49E0-ACEB-7602EC0B5E56}">
      <dgm:prSet/>
      <dgm:spPr/>
      <dgm:t>
        <a:bodyPr/>
        <a:lstStyle/>
        <a:p>
          <a:endParaRPr lang="en-US" sz="1400">
            <a:latin typeface="+mj-lt"/>
          </a:endParaRPr>
        </a:p>
      </dgm:t>
    </dgm:pt>
    <dgm:pt modelId="{9D2E778A-6CEC-45FC-B73E-C43ABB2CA29E}" type="pres">
      <dgm:prSet presAssocID="{4458A26A-6EFB-4205-B5EC-E2538C2092FF}" presName="root" presStyleCnt="0">
        <dgm:presLayoutVars>
          <dgm:dir/>
          <dgm:resizeHandles val="exact"/>
        </dgm:presLayoutVars>
      </dgm:prSet>
      <dgm:spPr/>
    </dgm:pt>
    <dgm:pt modelId="{19317D4A-50DD-4B79-A122-B95FE0C3C830}" type="pres">
      <dgm:prSet presAssocID="{6FF5B7C8-9969-4BE4-B351-2D64BE006B33}" presName="compNode" presStyleCnt="0"/>
      <dgm:spPr/>
    </dgm:pt>
    <dgm:pt modelId="{52A50F5F-C2D6-45D1-8558-9D17F1241AFF}" type="pres">
      <dgm:prSet presAssocID="{6FF5B7C8-9969-4BE4-B351-2D64BE006B33}" presName="iconRect" presStyleLbl="node1" presStyleIdx="0" presStyleCnt="4"/>
      <dgm:spPr>
        <a:blipFill>
          <a:blip xmlns:r="http://schemas.openxmlformats.org/officeDocument/2006/relationships" r:embed="rId1">
            <a:extLst>
              <a:ext uri="{96DAC541-7B7A-43D3-8B79-37D633B846F1}">
                <asvg:svgBlip xmlns:asvg="http://schemas.microsoft.com/office/drawing/2016/SVG/main" r:embed="rId2"/>
              </a:ext>
            </a:extLst>
          </a:blip>
          <a:srcRect/>
          <a:stretch>
            <a:fillRect/>
          </a:stretch>
        </a:blipFill>
      </dgm:spPr>
      <dgm:extLst>
        <a:ext uri="{E40237B7-FDA0-4F09-8148-C483321AD2D9}">
          <dgm14:cNvPr xmlns:dgm14="http://schemas.microsoft.com/office/drawing/2010/diagram" id="0" name="" descr="Balance de la justice avec un remplissage uni"/>
        </a:ext>
      </dgm:extLst>
    </dgm:pt>
    <dgm:pt modelId="{A2E2F5C0-35BF-4A01-B8D8-6C7D8D3407EC}" type="pres">
      <dgm:prSet presAssocID="{6FF5B7C8-9969-4BE4-B351-2D64BE006B33}" presName="iconSpace" presStyleCnt="0"/>
      <dgm:spPr/>
    </dgm:pt>
    <dgm:pt modelId="{42DF06F6-83C6-4071-99F8-27B2A3A21EE9}" type="pres">
      <dgm:prSet presAssocID="{6FF5B7C8-9969-4BE4-B351-2D64BE006B33}" presName="parTx" presStyleLbl="revTx" presStyleIdx="0" presStyleCnt="8">
        <dgm:presLayoutVars>
          <dgm:chMax val="0"/>
          <dgm:chPref val="0"/>
        </dgm:presLayoutVars>
      </dgm:prSet>
      <dgm:spPr/>
    </dgm:pt>
    <dgm:pt modelId="{AF2B0978-5AB6-4B7F-93B8-DAA4B71526E3}" type="pres">
      <dgm:prSet presAssocID="{6FF5B7C8-9969-4BE4-B351-2D64BE006B33}" presName="txSpace" presStyleCnt="0"/>
      <dgm:spPr/>
    </dgm:pt>
    <dgm:pt modelId="{2ABE94F7-0A09-4E52-8CCF-37809F282304}" type="pres">
      <dgm:prSet presAssocID="{6FF5B7C8-9969-4BE4-B351-2D64BE006B33}" presName="desTx" presStyleLbl="revTx" presStyleIdx="1" presStyleCnt="8">
        <dgm:presLayoutVars/>
      </dgm:prSet>
      <dgm:spPr/>
    </dgm:pt>
    <dgm:pt modelId="{F9ACD8E9-2C90-4554-8070-8CD6D8BD738A}" type="pres">
      <dgm:prSet presAssocID="{16B93819-BCED-4170-8FA7-B8928DD3C6D0}" presName="sibTrans" presStyleCnt="0"/>
      <dgm:spPr/>
    </dgm:pt>
    <dgm:pt modelId="{29AA91F6-6D6C-4109-8323-19A0ADF5CB02}" type="pres">
      <dgm:prSet presAssocID="{91A53058-FA3E-4D45-A17D-61DD1F959FE6}" presName="compNode" presStyleCnt="0"/>
      <dgm:spPr/>
    </dgm:pt>
    <dgm:pt modelId="{603CB82A-27E7-4C24-9A5E-4EFBE0D0E21D}" type="pres">
      <dgm:prSet presAssocID="{91A53058-FA3E-4D45-A17D-61DD1F959FE6}" presName="iconRect" presStyleLbl="node1" presStyleIdx="1" presStyleCnt="4"/>
      <dgm:spPr>
        <a:blipFill>
          <a:blip xmlns:r="http://schemas.openxmlformats.org/officeDocument/2006/relationships" r:embed="rId3">
            <a:extLst>
              <a:ext uri="{96DAC541-7B7A-43D3-8B79-37D633B846F1}">
                <asvg:svgBlip xmlns:asvg="http://schemas.microsoft.com/office/drawing/2016/SVG/main" r:embed="rId4"/>
              </a:ext>
            </a:extLst>
          </a:blip>
          <a:srcRect/>
          <a:stretch>
            <a:fillRect/>
          </a:stretch>
        </a:blipFill>
      </dgm:spPr>
      <dgm:extLst>
        <a:ext uri="{E40237B7-FDA0-4F09-8148-C483321AD2D9}">
          <dgm14:cNvPr xmlns:dgm14="http://schemas.microsoft.com/office/drawing/2010/diagram" id="0" name="" descr="Onde sonore avec un remplissage uni"/>
        </a:ext>
      </dgm:extLst>
    </dgm:pt>
    <dgm:pt modelId="{9F805625-5599-4358-8379-255A9E280AD7}" type="pres">
      <dgm:prSet presAssocID="{91A53058-FA3E-4D45-A17D-61DD1F959FE6}" presName="iconSpace" presStyleCnt="0"/>
      <dgm:spPr/>
    </dgm:pt>
    <dgm:pt modelId="{C9A80937-762C-42B6-BBD8-4C429E83FA4C}" type="pres">
      <dgm:prSet presAssocID="{91A53058-FA3E-4D45-A17D-61DD1F959FE6}" presName="parTx" presStyleLbl="revTx" presStyleIdx="2" presStyleCnt="8">
        <dgm:presLayoutVars>
          <dgm:chMax val="0"/>
          <dgm:chPref val="0"/>
        </dgm:presLayoutVars>
      </dgm:prSet>
      <dgm:spPr/>
    </dgm:pt>
    <dgm:pt modelId="{E3B3B82E-7857-468C-AB02-77F7F7529A78}" type="pres">
      <dgm:prSet presAssocID="{91A53058-FA3E-4D45-A17D-61DD1F959FE6}" presName="txSpace" presStyleCnt="0"/>
      <dgm:spPr/>
    </dgm:pt>
    <dgm:pt modelId="{1DFF28F0-22E6-4237-9DCA-AC75FFBE25BE}" type="pres">
      <dgm:prSet presAssocID="{91A53058-FA3E-4D45-A17D-61DD1F959FE6}" presName="desTx" presStyleLbl="revTx" presStyleIdx="3" presStyleCnt="8">
        <dgm:presLayoutVars/>
      </dgm:prSet>
      <dgm:spPr/>
    </dgm:pt>
    <dgm:pt modelId="{983E02CB-8A7E-4011-90B7-E0BACE64C980}" type="pres">
      <dgm:prSet presAssocID="{E94D82F1-7B39-4246-B7BB-0D75D9AF380D}" presName="sibTrans" presStyleCnt="0"/>
      <dgm:spPr/>
    </dgm:pt>
    <dgm:pt modelId="{43A3961C-7A21-48D9-A1EF-A10EB73699C2}" type="pres">
      <dgm:prSet presAssocID="{FB669066-6734-4A0E-92DE-9CB07BC29199}" presName="compNode" presStyleCnt="0"/>
      <dgm:spPr/>
    </dgm:pt>
    <dgm:pt modelId="{80F5A05A-CB7B-477C-9D75-690DD5B8830C}" type="pres">
      <dgm:prSet presAssocID="{FB669066-6734-4A0E-92DE-9CB07BC29199}" presName="iconRect" presStyleLbl="node1" presStyleIdx="2" presStyleCnt="4"/>
      <dgm:spPr>
        <a:blipFill>
          <a:blip xmlns:r="http://schemas.openxmlformats.org/officeDocument/2006/relationships" r:embed="rId5">
            <a:extLst>
              <a:ext uri="{96DAC541-7B7A-43D3-8B79-37D633B846F1}">
                <asvg:svgBlip xmlns:asvg="http://schemas.microsoft.com/office/drawing/2016/SVG/main" r:embed="rId6"/>
              </a:ext>
            </a:extLst>
          </a:blip>
          <a:srcRect/>
          <a:stretch>
            <a:fillRect/>
          </a:stretch>
        </a:blipFill>
      </dgm:spPr>
      <dgm:extLst>
        <a:ext uri="{E40237B7-FDA0-4F09-8148-C483321AD2D9}">
          <dgm14:cNvPr xmlns:dgm14="http://schemas.microsoft.com/office/drawing/2010/diagram" id="0" name="" descr="Priorités avec un remplissage uni"/>
        </a:ext>
      </dgm:extLst>
    </dgm:pt>
    <dgm:pt modelId="{CB2B9571-73EC-4796-8375-9FD6D21CCA87}" type="pres">
      <dgm:prSet presAssocID="{FB669066-6734-4A0E-92DE-9CB07BC29199}" presName="iconSpace" presStyleCnt="0"/>
      <dgm:spPr/>
    </dgm:pt>
    <dgm:pt modelId="{2831FC05-85A8-48DB-A27B-DC7595A8B0FE}" type="pres">
      <dgm:prSet presAssocID="{FB669066-6734-4A0E-92DE-9CB07BC29199}" presName="parTx" presStyleLbl="revTx" presStyleIdx="4" presStyleCnt="8">
        <dgm:presLayoutVars>
          <dgm:chMax val="0"/>
          <dgm:chPref val="0"/>
        </dgm:presLayoutVars>
      </dgm:prSet>
      <dgm:spPr/>
    </dgm:pt>
    <dgm:pt modelId="{CCB82C55-4074-4AA8-B1DF-6DD5A9138102}" type="pres">
      <dgm:prSet presAssocID="{FB669066-6734-4A0E-92DE-9CB07BC29199}" presName="txSpace" presStyleCnt="0"/>
      <dgm:spPr/>
    </dgm:pt>
    <dgm:pt modelId="{BFC2C7F4-202B-4B10-89D4-8830DFF8674B}" type="pres">
      <dgm:prSet presAssocID="{FB669066-6734-4A0E-92DE-9CB07BC29199}" presName="desTx" presStyleLbl="revTx" presStyleIdx="5" presStyleCnt="8">
        <dgm:presLayoutVars/>
      </dgm:prSet>
      <dgm:spPr/>
    </dgm:pt>
    <dgm:pt modelId="{62B81B1B-0964-49D0-9EDF-4AB22FC2C053}" type="pres">
      <dgm:prSet presAssocID="{D37278BD-5A23-46BC-93D0-6154625523B4}" presName="sibTrans" presStyleCnt="0"/>
      <dgm:spPr/>
    </dgm:pt>
    <dgm:pt modelId="{202B5130-5F05-4AF8-A7F6-CE3172D3EB83}" type="pres">
      <dgm:prSet presAssocID="{551CDC3B-C777-4CAC-95F7-26FB8BF85151}" presName="compNode" presStyleCnt="0"/>
      <dgm:spPr/>
    </dgm:pt>
    <dgm:pt modelId="{69A6BBD4-6794-4818-B081-CF9BB385F766}" type="pres">
      <dgm:prSet presAssocID="{551CDC3B-C777-4CAC-95F7-26FB8BF85151}" presName="iconRect" presStyleLbl="node1" presStyleIdx="3" presStyleCnt="4"/>
      <dgm:spPr>
        <a:blipFill>
          <a:blip xmlns:r="http://schemas.openxmlformats.org/officeDocument/2006/relationships" r:embed="rId7">
            <a:extLst>
              <a:ext uri="{96DAC541-7B7A-43D3-8B79-37D633B846F1}">
                <asvg:svgBlip xmlns:asvg="http://schemas.microsoft.com/office/drawing/2016/SVG/main" r:embed="rId8"/>
              </a:ext>
            </a:extLst>
          </a:blip>
          <a:srcRect/>
          <a:stretch>
            <a:fillRect/>
          </a:stretch>
        </a:blipFill>
      </dgm:spPr>
      <dgm:extLst>
        <a:ext uri="{E40237B7-FDA0-4F09-8148-C483321AD2D9}">
          <dgm14:cNvPr xmlns:dgm14="http://schemas.microsoft.com/office/drawing/2010/diagram" id="0" name="" descr="Paramètres avec un remplissage uni"/>
        </a:ext>
      </dgm:extLst>
    </dgm:pt>
    <dgm:pt modelId="{3E645BC8-516E-407A-A281-5D70F3D8948D}" type="pres">
      <dgm:prSet presAssocID="{551CDC3B-C777-4CAC-95F7-26FB8BF85151}" presName="iconSpace" presStyleCnt="0"/>
      <dgm:spPr/>
    </dgm:pt>
    <dgm:pt modelId="{57A1D540-0755-4A2F-A48F-03E8754BCB74}" type="pres">
      <dgm:prSet presAssocID="{551CDC3B-C777-4CAC-95F7-26FB8BF85151}" presName="parTx" presStyleLbl="revTx" presStyleIdx="6" presStyleCnt="8">
        <dgm:presLayoutVars>
          <dgm:chMax val="0"/>
          <dgm:chPref val="0"/>
        </dgm:presLayoutVars>
      </dgm:prSet>
      <dgm:spPr/>
    </dgm:pt>
    <dgm:pt modelId="{E70A25E9-6649-451A-A6AF-4EEE61BB8A09}" type="pres">
      <dgm:prSet presAssocID="{551CDC3B-C777-4CAC-95F7-26FB8BF85151}" presName="txSpace" presStyleCnt="0"/>
      <dgm:spPr/>
    </dgm:pt>
    <dgm:pt modelId="{759FF829-B9D3-4CA4-B99A-1150A173C70C}" type="pres">
      <dgm:prSet presAssocID="{551CDC3B-C777-4CAC-95F7-26FB8BF85151}" presName="desTx" presStyleLbl="revTx" presStyleIdx="7" presStyleCnt="8">
        <dgm:presLayoutVars/>
      </dgm:prSet>
      <dgm:spPr/>
    </dgm:pt>
  </dgm:ptLst>
  <dgm:cxnLst>
    <dgm:cxn modelId="{27495C08-6F6E-41EC-8764-B18CD7DBF620}" srcId="{4458A26A-6EFB-4205-B5EC-E2538C2092FF}" destId="{91A53058-FA3E-4D45-A17D-61DD1F959FE6}" srcOrd="1" destOrd="0" parTransId="{78C0D7A0-C252-4344-8E28-84929E042F0B}" sibTransId="{E94D82F1-7B39-4246-B7BB-0D75D9AF380D}"/>
    <dgm:cxn modelId="{712F3516-2143-4011-8C58-400C8C3103E5}" type="presOf" srcId="{5298EF3B-11BD-412C-BF2E-D8A069DE2D59}" destId="{759FF829-B9D3-4CA4-B99A-1150A173C70C}" srcOrd="0" destOrd="0" presId="urn:microsoft.com/office/officeart/2018/5/layout/CenteredIconLabelDescriptionList"/>
    <dgm:cxn modelId="{1C7C3E16-1799-47C8-8B27-256185D25BB9}" srcId="{91A53058-FA3E-4D45-A17D-61DD1F959FE6}" destId="{7588128D-334D-4CFF-8D62-72C6E2689783}" srcOrd="0" destOrd="0" parTransId="{8D877D01-87AE-48DE-BA09-0E9FF799C677}" sibTransId="{B0E142F6-075F-483A-BF0F-3399A92C94A8}"/>
    <dgm:cxn modelId="{32CAFA2C-4BC1-4477-B7AC-3E12906A8C70}" type="presOf" srcId="{25C77396-00EA-4323-A9C9-2B99DCE435B3}" destId="{2ABE94F7-0A09-4E52-8CCF-37809F282304}" srcOrd="0" destOrd="0" presId="urn:microsoft.com/office/officeart/2018/5/layout/CenteredIconLabelDescriptionList"/>
    <dgm:cxn modelId="{1A222460-CFDB-4214-9ED9-8ACBCBA4A1F4}" type="presOf" srcId="{6FF5B7C8-9969-4BE4-B351-2D64BE006B33}" destId="{42DF06F6-83C6-4071-99F8-27B2A3A21EE9}" srcOrd="0" destOrd="0" presId="urn:microsoft.com/office/officeart/2018/5/layout/CenteredIconLabelDescriptionList"/>
    <dgm:cxn modelId="{CBDDE550-763A-42F7-9496-A6E0F870B20E}" srcId="{FB669066-6734-4A0E-92DE-9CB07BC29199}" destId="{C143D11C-B1AF-45B6-AAEB-19EDE191F8D2}" srcOrd="0" destOrd="0" parTransId="{67C95812-B779-4A08-BC2C-95A71208672F}" sibTransId="{D7BF0118-DF6F-4E05-BD90-B9FB687653FE}"/>
    <dgm:cxn modelId="{89480258-FDF1-4FE3-AB6F-DD8C7BD9B6B3}" type="presOf" srcId="{FB669066-6734-4A0E-92DE-9CB07BC29199}" destId="{2831FC05-85A8-48DB-A27B-DC7595A8B0FE}" srcOrd="0" destOrd="0" presId="urn:microsoft.com/office/officeart/2018/5/layout/CenteredIconLabelDescriptionList"/>
    <dgm:cxn modelId="{2E0C9198-A2D5-42E1-BC65-02648ED2B313}" srcId="{4458A26A-6EFB-4205-B5EC-E2538C2092FF}" destId="{551CDC3B-C777-4CAC-95F7-26FB8BF85151}" srcOrd="3" destOrd="0" parTransId="{7B1C0E4B-F021-4FA1-9877-615DEEA55871}" sibTransId="{04E7581C-634E-43F1-ABB6-DE6177E66DE1}"/>
    <dgm:cxn modelId="{68F25AA0-20BA-4227-95C2-172C052B4B38}" srcId="{4458A26A-6EFB-4205-B5EC-E2538C2092FF}" destId="{6FF5B7C8-9969-4BE4-B351-2D64BE006B33}" srcOrd="0" destOrd="0" parTransId="{C2BE3A6C-E135-449E-A294-EE4F77566125}" sibTransId="{16B93819-BCED-4170-8FA7-B8928DD3C6D0}"/>
    <dgm:cxn modelId="{95DAE6AF-AB8A-4018-929E-F9D152560D17}" type="presOf" srcId="{91A53058-FA3E-4D45-A17D-61DD1F959FE6}" destId="{C9A80937-762C-42B6-BBD8-4C429E83FA4C}" srcOrd="0" destOrd="0" presId="urn:microsoft.com/office/officeart/2018/5/layout/CenteredIconLabelDescriptionList"/>
    <dgm:cxn modelId="{0A15CBB8-0628-4BF1-9C4D-9E4446FC979F}" type="presOf" srcId="{551CDC3B-C777-4CAC-95F7-26FB8BF85151}" destId="{57A1D540-0755-4A2F-A48F-03E8754BCB74}" srcOrd="0" destOrd="0" presId="urn:microsoft.com/office/officeart/2018/5/layout/CenteredIconLabelDescriptionList"/>
    <dgm:cxn modelId="{E46502B9-90BA-4D7E-AFBE-042950E1FB21}" srcId="{4458A26A-6EFB-4205-B5EC-E2538C2092FF}" destId="{FB669066-6734-4A0E-92DE-9CB07BC29199}" srcOrd="2" destOrd="0" parTransId="{D4C6D76B-B1DB-4499-92C7-C57EBE32BD29}" sibTransId="{D37278BD-5A23-46BC-93D0-6154625523B4}"/>
    <dgm:cxn modelId="{EE7C36BB-3232-40DB-A909-644DA1D57E84}" srcId="{6FF5B7C8-9969-4BE4-B351-2D64BE006B33}" destId="{25C77396-00EA-4323-A9C9-2B99DCE435B3}" srcOrd="0" destOrd="0" parTransId="{22B11093-DA9B-40C9-AE10-960A71EE0262}" sibTransId="{B30F93A0-E9F3-4BD0-BED3-1BD93FA1DEF7}"/>
    <dgm:cxn modelId="{C3C7CADE-8542-49E0-ACEB-7602EC0B5E56}" srcId="{551CDC3B-C777-4CAC-95F7-26FB8BF85151}" destId="{5298EF3B-11BD-412C-BF2E-D8A069DE2D59}" srcOrd="0" destOrd="0" parTransId="{BB0C8992-5392-4AA4-8544-4BA51B1346E6}" sibTransId="{796E9D8F-5824-41F4-976B-B9A9844E2F69}"/>
    <dgm:cxn modelId="{200FA8E1-713A-4F9F-8B97-5B50A0AE8269}" type="presOf" srcId="{7588128D-334D-4CFF-8D62-72C6E2689783}" destId="{1DFF28F0-22E6-4237-9DCA-AC75FFBE25BE}" srcOrd="0" destOrd="0" presId="urn:microsoft.com/office/officeart/2018/5/layout/CenteredIconLabelDescriptionList"/>
    <dgm:cxn modelId="{460575ED-130A-4964-9830-1C7084DAD3DA}" type="presOf" srcId="{4458A26A-6EFB-4205-B5EC-E2538C2092FF}" destId="{9D2E778A-6CEC-45FC-B73E-C43ABB2CA29E}" srcOrd="0" destOrd="0" presId="urn:microsoft.com/office/officeart/2018/5/layout/CenteredIconLabelDescriptionList"/>
    <dgm:cxn modelId="{C0984CF8-8A3F-48A0-961C-D8F1F3AAF494}" type="presOf" srcId="{C143D11C-B1AF-45B6-AAEB-19EDE191F8D2}" destId="{BFC2C7F4-202B-4B10-89D4-8830DFF8674B}" srcOrd="0" destOrd="0" presId="urn:microsoft.com/office/officeart/2018/5/layout/CenteredIconLabelDescriptionList"/>
    <dgm:cxn modelId="{97EA8FA2-FA54-44CC-B2C9-90C0FB4CCE2D}" type="presParOf" srcId="{9D2E778A-6CEC-45FC-B73E-C43ABB2CA29E}" destId="{19317D4A-50DD-4B79-A122-B95FE0C3C830}" srcOrd="0" destOrd="0" presId="urn:microsoft.com/office/officeart/2018/5/layout/CenteredIconLabelDescriptionList"/>
    <dgm:cxn modelId="{40387E00-5904-4911-A506-04886426FB0E}" type="presParOf" srcId="{19317D4A-50DD-4B79-A122-B95FE0C3C830}" destId="{52A50F5F-C2D6-45D1-8558-9D17F1241AFF}" srcOrd="0" destOrd="0" presId="urn:microsoft.com/office/officeart/2018/5/layout/CenteredIconLabelDescriptionList"/>
    <dgm:cxn modelId="{09A4CF3B-F1D1-4CBB-BBC8-83BF71B3774A}" type="presParOf" srcId="{19317D4A-50DD-4B79-A122-B95FE0C3C830}" destId="{A2E2F5C0-35BF-4A01-B8D8-6C7D8D3407EC}" srcOrd="1" destOrd="0" presId="urn:microsoft.com/office/officeart/2018/5/layout/CenteredIconLabelDescriptionList"/>
    <dgm:cxn modelId="{A95258B5-199D-4253-9D8A-51140BDE8E0A}" type="presParOf" srcId="{19317D4A-50DD-4B79-A122-B95FE0C3C830}" destId="{42DF06F6-83C6-4071-99F8-27B2A3A21EE9}" srcOrd="2" destOrd="0" presId="urn:microsoft.com/office/officeart/2018/5/layout/CenteredIconLabelDescriptionList"/>
    <dgm:cxn modelId="{FBD35D66-A984-4933-8AD0-23917A820AE1}" type="presParOf" srcId="{19317D4A-50DD-4B79-A122-B95FE0C3C830}" destId="{AF2B0978-5AB6-4B7F-93B8-DAA4B71526E3}" srcOrd="3" destOrd="0" presId="urn:microsoft.com/office/officeart/2018/5/layout/CenteredIconLabelDescriptionList"/>
    <dgm:cxn modelId="{1D87E501-275D-485A-8952-DDDF3280155A}" type="presParOf" srcId="{19317D4A-50DD-4B79-A122-B95FE0C3C830}" destId="{2ABE94F7-0A09-4E52-8CCF-37809F282304}" srcOrd="4" destOrd="0" presId="urn:microsoft.com/office/officeart/2018/5/layout/CenteredIconLabelDescriptionList"/>
    <dgm:cxn modelId="{DBC397A0-2A52-47B0-8462-023C9F7AE62E}" type="presParOf" srcId="{9D2E778A-6CEC-45FC-B73E-C43ABB2CA29E}" destId="{F9ACD8E9-2C90-4554-8070-8CD6D8BD738A}" srcOrd="1" destOrd="0" presId="urn:microsoft.com/office/officeart/2018/5/layout/CenteredIconLabelDescriptionList"/>
    <dgm:cxn modelId="{67592C75-2B2A-41E1-8654-5A10BCF3B64D}" type="presParOf" srcId="{9D2E778A-6CEC-45FC-B73E-C43ABB2CA29E}" destId="{29AA91F6-6D6C-4109-8323-19A0ADF5CB02}" srcOrd="2" destOrd="0" presId="urn:microsoft.com/office/officeart/2018/5/layout/CenteredIconLabelDescriptionList"/>
    <dgm:cxn modelId="{1D056A68-6357-49DD-99ED-373ED239F0DD}" type="presParOf" srcId="{29AA91F6-6D6C-4109-8323-19A0ADF5CB02}" destId="{603CB82A-27E7-4C24-9A5E-4EFBE0D0E21D}" srcOrd="0" destOrd="0" presId="urn:microsoft.com/office/officeart/2018/5/layout/CenteredIconLabelDescriptionList"/>
    <dgm:cxn modelId="{CDEBD7A3-9D4D-46BC-8E0B-E059A8CBBDD8}" type="presParOf" srcId="{29AA91F6-6D6C-4109-8323-19A0ADF5CB02}" destId="{9F805625-5599-4358-8379-255A9E280AD7}" srcOrd="1" destOrd="0" presId="urn:microsoft.com/office/officeart/2018/5/layout/CenteredIconLabelDescriptionList"/>
    <dgm:cxn modelId="{7CE92A17-1934-4D8C-89CC-020317658FCE}" type="presParOf" srcId="{29AA91F6-6D6C-4109-8323-19A0ADF5CB02}" destId="{C9A80937-762C-42B6-BBD8-4C429E83FA4C}" srcOrd="2" destOrd="0" presId="urn:microsoft.com/office/officeart/2018/5/layout/CenteredIconLabelDescriptionList"/>
    <dgm:cxn modelId="{7C47DD13-FC7C-4205-B6E0-E4C56BC20143}" type="presParOf" srcId="{29AA91F6-6D6C-4109-8323-19A0ADF5CB02}" destId="{E3B3B82E-7857-468C-AB02-77F7F7529A78}" srcOrd="3" destOrd="0" presId="urn:microsoft.com/office/officeart/2018/5/layout/CenteredIconLabelDescriptionList"/>
    <dgm:cxn modelId="{AFE6A48D-D663-484F-B227-BC71CC512C37}" type="presParOf" srcId="{29AA91F6-6D6C-4109-8323-19A0ADF5CB02}" destId="{1DFF28F0-22E6-4237-9DCA-AC75FFBE25BE}" srcOrd="4" destOrd="0" presId="urn:microsoft.com/office/officeart/2018/5/layout/CenteredIconLabelDescriptionList"/>
    <dgm:cxn modelId="{E6EDCC99-FE3F-4269-AFA5-2B2D4E26F344}" type="presParOf" srcId="{9D2E778A-6CEC-45FC-B73E-C43ABB2CA29E}" destId="{983E02CB-8A7E-4011-90B7-E0BACE64C980}" srcOrd="3" destOrd="0" presId="urn:microsoft.com/office/officeart/2018/5/layout/CenteredIconLabelDescriptionList"/>
    <dgm:cxn modelId="{A1CA108D-613C-4124-8AED-06018541BE0E}" type="presParOf" srcId="{9D2E778A-6CEC-45FC-B73E-C43ABB2CA29E}" destId="{43A3961C-7A21-48D9-A1EF-A10EB73699C2}" srcOrd="4" destOrd="0" presId="urn:microsoft.com/office/officeart/2018/5/layout/CenteredIconLabelDescriptionList"/>
    <dgm:cxn modelId="{2EE06639-E90C-4B91-A135-C2C469073B42}" type="presParOf" srcId="{43A3961C-7A21-48D9-A1EF-A10EB73699C2}" destId="{80F5A05A-CB7B-477C-9D75-690DD5B8830C}" srcOrd="0" destOrd="0" presId="urn:microsoft.com/office/officeart/2018/5/layout/CenteredIconLabelDescriptionList"/>
    <dgm:cxn modelId="{11A26389-FA9B-4590-9E8C-21C4EF6D280A}" type="presParOf" srcId="{43A3961C-7A21-48D9-A1EF-A10EB73699C2}" destId="{CB2B9571-73EC-4796-8375-9FD6D21CCA87}" srcOrd="1" destOrd="0" presId="urn:microsoft.com/office/officeart/2018/5/layout/CenteredIconLabelDescriptionList"/>
    <dgm:cxn modelId="{B903E785-6098-404B-B203-ED73D9148869}" type="presParOf" srcId="{43A3961C-7A21-48D9-A1EF-A10EB73699C2}" destId="{2831FC05-85A8-48DB-A27B-DC7595A8B0FE}" srcOrd="2" destOrd="0" presId="urn:microsoft.com/office/officeart/2018/5/layout/CenteredIconLabelDescriptionList"/>
    <dgm:cxn modelId="{13B6E7CF-094A-4235-9B4D-BD966DC664EF}" type="presParOf" srcId="{43A3961C-7A21-48D9-A1EF-A10EB73699C2}" destId="{CCB82C55-4074-4AA8-B1DF-6DD5A9138102}" srcOrd="3" destOrd="0" presId="urn:microsoft.com/office/officeart/2018/5/layout/CenteredIconLabelDescriptionList"/>
    <dgm:cxn modelId="{51DF64A0-6B96-4728-B5A6-199E802D41B2}" type="presParOf" srcId="{43A3961C-7A21-48D9-A1EF-A10EB73699C2}" destId="{BFC2C7F4-202B-4B10-89D4-8830DFF8674B}" srcOrd="4" destOrd="0" presId="urn:microsoft.com/office/officeart/2018/5/layout/CenteredIconLabelDescriptionList"/>
    <dgm:cxn modelId="{FF6AC6BA-A700-4751-969A-8BB3452E1877}" type="presParOf" srcId="{9D2E778A-6CEC-45FC-B73E-C43ABB2CA29E}" destId="{62B81B1B-0964-49D0-9EDF-4AB22FC2C053}" srcOrd="5" destOrd="0" presId="urn:microsoft.com/office/officeart/2018/5/layout/CenteredIconLabelDescriptionList"/>
    <dgm:cxn modelId="{E28FB631-6437-44FB-BD54-C4EF6C652F37}" type="presParOf" srcId="{9D2E778A-6CEC-45FC-B73E-C43ABB2CA29E}" destId="{202B5130-5F05-4AF8-A7F6-CE3172D3EB83}" srcOrd="6" destOrd="0" presId="urn:microsoft.com/office/officeart/2018/5/layout/CenteredIconLabelDescriptionList"/>
    <dgm:cxn modelId="{304392CA-0C53-48BB-AFC5-3FFF8B2FF033}" type="presParOf" srcId="{202B5130-5F05-4AF8-A7F6-CE3172D3EB83}" destId="{69A6BBD4-6794-4818-B081-CF9BB385F766}" srcOrd="0" destOrd="0" presId="urn:microsoft.com/office/officeart/2018/5/layout/CenteredIconLabelDescriptionList"/>
    <dgm:cxn modelId="{71040A90-E506-4952-805E-95AB7AA73CB2}" type="presParOf" srcId="{202B5130-5F05-4AF8-A7F6-CE3172D3EB83}" destId="{3E645BC8-516E-407A-A281-5D70F3D8948D}" srcOrd="1" destOrd="0" presId="urn:microsoft.com/office/officeart/2018/5/layout/CenteredIconLabelDescriptionList"/>
    <dgm:cxn modelId="{BAF89F2F-8140-44A9-99BE-FEA3E1C67A86}" type="presParOf" srcId="{202B5130-5F05-4AF8-A7F6-CE3172D3EB83}" destId="{57A1D540-0755-4A2F-A48F-03E8754BCB74}" srcOrd="2" destOrd="0" presId="urn:microsoft.com/office/officeart/2018/5/layout/CenteredIconLabelDescriptionList"/>
    <dgm:cxn modelId="{C677E694-31DC-44EA-8EBA-924EADDA5738}" type="presParOf" srcId="{202B5130-5F05-4AF8-A7F6-CE3172D3EB83}" destId="{E70A25E9-6649-451A-A6AF-4EEE61BB8A09}" srcOrd="3" destOrd="0" presId="urn:microsoft.com/office/officeart/2018/5/layout/CenteredIconLabelDescriptionList"/>
    <dgm:cxn modelId="{F8236256-48CC-4A06-8D7C-59688002982E}" type="presParOf" srcId="{202B5130-5F05-4AF8-A7F6-CE3172D3EB83}" destId="{759FF829-B9D3-4CA4-B99A-1150A173C70C}" srcOrd="4" destOrd="0" presId="urn:microsoft.com/office/officeart/2018/5/layout/CenteredIconLabelDescription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F2669722-804F-4BC5-BD39-70B212D6B868}" type="doc">
      <dgm:prSet loTypeId="urn:microsoft.com/office/officeart/2009/3/layout/StepUpProcess" loCatId="process" qsTypeId="urn:microsoft.com/office/officeart/2005/8/quickstyle/simple1" qsCatId="simple" csTypeId="urn:microsoft.com/office/officeart/2005/8/colors/accent5_2" csCatId="accent5" phldr="1"/>
      <dgm:spPr/>
      <dgm:t>
        <a:bodyPr/>
        <a:lstStyle/>
        <a:p>
          <a:endParaRPr lang="fr-FR"/>
        </a:p>
      </dgm:t>
    </dgm:pt>
    <dgm:pt modelId="{B5EEA50C-0036-4619-8C65-F646BDCD084F}">
      <dgm:prSet custT="1"/>
      <dgm:spPr/>
      <dgm:t>
        <a:bodyPr/>
        <a:lstStyle/>
        <a:p>
          <a:pPr marL="0" lvl="0" indent="0" algn="ctr" defTabSz="533400">
            <a:lnSpc>
              <a:spcPct val="90000"/>
            </a:lnSpc>
            <a:spcBef>
              <a:spcPct val="0"/>
            </a:spcBef>
            <a:spcAft>
              <a:spcPct val="35000"/>
            </a:spcAft>
            <a:buNone/>
          </a:pPr>
          <a:r>
            <a:rPr lang="fr-FR" sz="1400" kern="1200" dirty="0">
              <a:solidFill>
                <a:prstClr val="black">
                  <a:hueOff val="0"/>
                  <a:satOff val="0"/>
                  <a:lumOff val="0"/>
                  <a:alphaOff val="0"/>
                </a:prstClr>
              </a:solidFill>
              <a:latin typeface="Segoe UI"/>
              <a:ea typeface="+mn-ea"/>
              <a:cs typeface="+mn-cs"/>
            </a:rPr>
            <a:t>Intégrer un module de détection en temps réel</a:t>
          </a:r>
        </a:p>
      </dgm:t>
    </dgm:pt>
    <dgm:pt modelId="{1D43995C-9DE1-45A7-BF51-3A46C9D82DFD}" type="parTrans" cxnId="{705E1E3E-2337-463A-997B-BCC76117C49C}">
      <dgm:prSet/>
      <dgm:spPr/>
      <dgm:t>
        <a:bodyPr/>
        <a:lstStyle/>
        <a:p>
          <a:endParaRPr lang="fr-FR" sz="2000">
            <a:latin typeface="+mj-lt"/>
          </a:endParaRPr>
        </a:p>
      </dgm:t>
    </dgm:pt>
    <dgm:pt modelId="{3FA33D6B-1F1F-41E9-AA72-083F26A2335E}" type="sibTrans" cxnId="{705E1E3E-2337-463A-997B-BCC76117C49C}">
      <dgm:prSet/>
      <dgm:spPr/>
      <dgm:t>
        <a:bodyPr/>
        <a:lstStyle/>
        <a:p>
          <a:endParaRPr lang="fr-FR" sz="2000">
            <a:latin typeface="+mj-lt"/>
          </a:endParaRPr>
        </a:p>
      </dgm:t>
    </dgm:pt>
    <dgm:pt modelId="{B7A8EE04-D17F-4E4E-9423-C06CB9853A66}">
      <dgm:prSet custT="1"/>
      <dgm:spPr/>
      <dgm:t>
        <a:bodyPr/>
        <a:lstStyle/>
        <a:p>
          <a:pPr marL="0" lvl="0" indent="0" algn="ctr" defTabSz="533400">
            <a:lnSpc>
              <a:spcPct val="90000"/>
            </a:lnSpc>
            <a:spcBef>
              <a:spcPct val="0"/>
            </a:spcBef>
            <a:spcAft>
              <a:spcPct val="35000"/>
            </a:spcAft>
            <a:buNone/>
          </a:pPr>
          <a:r>
            <a:rPr lang="fr-FR" sz="1400" kern="1200" dirty="0">
              <a:solidFill>
                <a:prstClr val="black">
                  <a:hueOff val="0"/>
                  <a:satOff val="0"/>
                  <a:lumOff val="0"/>
                  <a:alphaOff val="0"/>
                </a:prstClr>
              </a:solidFill>
              <a:latin typeface="Segoe UI"/>
              <a:ea typeface="+mn-ea"/>
              <a:cs typeface="+mn-cs"/>
            </a:rPr>
            <a:t>Ajouter des mécanismes explicatifs pour interpréter et justifier les prédictions du modèle</a:t>
          </a:r>
        </a:p>
      </dgm:t>
    </dgm:pt>
    <dgm:pt modelId="{8853CE69-DDFD-4384-890F-A1248F4C46D0}" type="parTrans" cxnId="{0646C5F6-D7F9-464F-AC9E-92CA7C86CDA7}">
      <dgm:prSet/>
      <dgm:spPr/>
      <dgm:t>
        <a:bodyPr/>
        <a:lstStyle/>
        <a:p>
          <a:endParaRPr lang="fr-FR" sz="2000">
            <a:latin typeface="+mj-lt"/>
          </a:endParaRPr>
        </a:p>
      </dgm:t>
    </dgm:pt>
    <dgm:pt modelId="{D9330588-BEBC-4AD7-8390-413E3881330A}" type="sibTrans" cxnId="{0646C5F6-D7F9-464F-AC9E-92CA7C86CDA7}">
      <dgm:prSet/>
      <dgm:spPr/>
      <dgm:t>
        <a:bodyPr/>
        <a:lstStyle/>
        <a:p>
          <a:endParaRPr lang="fr-FR" sz="2000">
            <a:latin typeface="+mj-lt"/>
          </a:endParaRPr>
        </a:p>
      </dgm:t>
    </dgm:pt>
    <dgm:pt modelId="{44B689EB-A88F-42B6-9E39-054FA24EB830}">
      <dgm:prSet custT="1"/>
      <dgm:spPr/>
      <dgm:t>
        <a:bodyPr/>
        <a:lstStyle/>
        <a:p>
          <a:pPr marL="0" lvl="0" indent="0" algn="ctr" defTabSz="533400">
            <a:lnSpc>
              <a:spcPct val="90000"/>
            </a:lnSpc>
            <a:spcBef>
              <a:spcPct val="0"/>
            </a:spcBef>
            <a:spcAft>
              <a:spcPct val="35000"/>
            </a:spcAft>
            <a:buNone/>
          </a:pPr>
          <a:r>
            <a:rPr lang="fr-FR" sz="1400" kern="1200" dirty="0">
              <a:solidFill>
                <a:prstClr val="black">
                  <a:hueOff val="0"/>
                  <a:satOff val="0"/>
                  <a:lumOff val="0"/>
                  <a:alphaOff val="0"/>
                </a:prstClr>
              </a:solidFill>
              <a:latin typeface="Segoe UI"/>
              <a:ea typeface="+mn-ea"/>
              <a:cs typeface="+mn-cs"/>
            </a:rPr>
            <a:t>Automatiser la mise à jour des données et des paramètres du modèle </a:t>
          </a:r>
        </a:p>
      </dgm:t>
    </dgm:pt>
    <dgm:pt modelId="{7E7E5FA6-EED4-4D1D-95B4-3BF66E7A25CB}" type="parTrans" cxnId="{42D1ABDE-49B8-4C06-8E86-F7B6D6BE2325}">
      <dgm:prSet/>
      <dgm:spPr/>
      <dgm:t>
        <a:bodyPr/>
        <a:lstStyle/>
        <a:p>
          <a:endParaRPr lang="fr-FR" sz="2000">
            <a:latin typeface="+mj-lt"/>
          </a:endParaRPr>
        </a:p>
      </dgm:t>
    </dgm:pt>
    <dgm:pt modelId="{40F0120F-AFAC-41D5-A5D9-84A9046B882A}" type="sibTrans" cxnId="{42D1ABDE-49B8-4C06-8E86-F7B6D6BE2325}">
      <dgm:prSet/>
      <dgm:spPr/>
      <dgm:t>
        <a:bodyPr/>
        <a:lstStyle/>
        <a:p>
          <a:endParaRPr lang="fr-FR" sz="2000">
            <a:latin typeface="+mj-lt"/>
          </a:endParaRPr>
        </a:p>
      </dgm:t>
    </dgm:pt>
    <dgm:pt modelId="{D595F787-077C-43E3-A670-A0FED8541C5D}">
      <dgm:prSet custT="1"/>
      <dgm:spPr/>
      <dgm:t>
        <a:bodyPr/>
        <a:lstStyle/>
        <a:p>
          <a:pPr marL="0" lvl="0" indent="0" algn="ctr" defTabSz="533400">
            <a:lnSpc>
              <a:spcPct val="90000"/>
            </a:lnSpc>
            <a:spcBef>
              <a:spcPct val="0"/>
            </a:spcBef>
            <a:spcAft>
              <a:spcPct val="35000"/>
            </a:spcAft>
            <a:buNone/>
          </a:pPr>
          <a:r>
            <a:rPr lang="fr-FR" sz="1400" kern="1200" dirty="0">
              <a:latin typeface="+mj-lt"/>
              <a:ea typeface="+mn-ea"/>
              <a:cs typeface="+mn-cs"/>
            </a:rPr>
            <a:t>Intégrer un système de détection d'anomalies basé sur des méthodes non supervisées (comme Isolation Forest ou DBSCAN) pour identifier des attaques</a:t>
          </a:r>
        </a:p>
      </dgm:t>
    </dgm:pt>
    <dgm:pt modelId="{03CE6C51-D582-4CED-8B20-0A8F43E61A82}" type="parTrans" cxnId="{0D0DA423-8372-426C-AA64-2AFF0A384809}">
      <dgm:prSet/>
      <dgm:spPr/>
      <dgm:t>
        <a:bodyPr/>
        <a:lstStyle/>
        <a:p>
          <a:endParaRPr lang="fr-FR" sz="2000">
            <a:latin typeface="+mj-lt"/>
          </a:endParaRPr>
        </a:p>
      </dgm:t>
    </dgm:pt>
    <dgm:pt modelId="{D9CB793A-95D8-4139-8BED-82F4774991F9}" type="sibTrans" cxnId="{0D0DA423-8372-426C-AA64-2AFF0A384809}">
      <dgm:prSet/>
      <dgm:spPr/>
      <dgm:t>
        <a:bodyPr/>
        <a:lstStyle/>
        <a:p>
          <a:endParaRPr lang="fr-FR" sz="2000">
            <a:latin typeface="+mj-lt"/>
          </a:endParaRPr>
        </a:p>
      </dgm:t>
    </dgm:pt>
    <dgm:pt modelId="{76301D48-4F1F-4086-BFFE-723EF16B9D11}">
      <dgm:prSet custT="1"/>
      <dgm:spPr/>
      <dgm:t>
        <a:bodyPr/>
        <a:lstStyle/>
        <a:p>
          <a:pPr marL="0" lvl="0" indent="0" algn="ctr" defTabSz="533400">
            <a:lnSpc>
              <a:spcPct val="90000"/>
            </a:lnSpc>
            <a:spcBef>
              <a:spcPct val="0"/>
            </a:spcBef>
            <a:spcAft>
              <a:spcPct val="35000"/>
            </a:spcAft>
            <a:buNone/>
          </a:pPr>
          <a:r>
            <a:rPr lang="fr-FR" sz="1400" kern="1200" dirty="0">
              <a:solidFill>
                <a:prstClr val="black">
                  <a:hueOff val="0"/>
                  <a:satOff val="0"/>
                  <a:lumOff val="0"/>
                  <a:alphaOff val="0"/>
                </a:prstClr>
              </a:solidFill>
              <a:latin typeface="Segoe UI"/>
              <a:ea typeface="+mn-ea"/>
              <a:cs typeface="+mn-cs"/>
            </a:rPr>
            <a:t>Tester des modèles plus avancés tels que les réseaux neuronaux convolutifs (CNN) ou récurrents (LSTM)</a:t>
          </a:r>
        </a:p>
      </dgm:t>
    </dgm:pt>
    <dgm:pt modelId="{B62B503C-C01B-4D59-A5D6-90E04313D51B}" type="parTrans" cxnId="{4A71E9C0-1E5D-4590-A75C-8087B5F33589}">
      <dgm:prSet/>
      <dgm:spPr/>
      <dgm:t>
        <a:bodyPr/>
        <a:lstStyle/>
        <a:p>
          <a:endParaRPr lang="fr-FR"/>
        </a:p>
      </dgm:t>
    </dgm:pt>
    <dgm:pt modelId="{6FE09E3D-9CB0-458B-A585-6D68C82E3918}" type="sibTrans" cxnId="{4A71E9C0-1E5D-4590-A75C-8087B5F33589}">
      <dgm:prSet/>
      <dgm:spPr/>
      <dgm:t>
        <a:bodyPr/>
        <a:lstStyle/>
        <a:p>
          <a:endParaRPr lang="fr-FR"/>
        </a:p>
      </dgm:t>
    </dgm:pt>
    <dgm:pt modelId="{6C0C342C-99BA-454F-828D-D557252B1DF6}">
      <dgm:prSet custT="1"/>
      <dgm:spPr/>
      <dgm:t>
        <a:bodyPr/>
        <a:lstStyle/>
        <a:p>
          <a:pPr marL="0" lvl="0" indent="0" algn="ctr" defTabSz="533400">
            <a:lnSpc>
              <a:spcPct val="90000"/>
            </a:lnSpc>
            <a:spcBef>
              <a:spcPct val="0"/>
            </a:spcBef>
            <a:spcAft>
              <a:spcPct val="35000"/>
            </a:spcAft>
            <a:buNone/>
          </a:pPr>
          <a:r>
            <a:rPr lang="fr-FR" sz="1400" kern="1200" dirty="0">
              <a:solidFill>
                <a:prstClr val="black">
                  <a:hueOff val="0"/>
                  <a:satOff val="0"/>
                  <a:lumOff val="0"/>
                  <a:alphaOff val="0"/>
                </a:prstClr>
              </a:solidFill>
              <a:latin typeface="Segoe UI"/>
              <a:ea typeface="+mn-ea"/>
              <a:cs typeface="+mn-cs"/>
            </a:rPr>
            <a:t>Combiner plusieurs modèles (par exemple, Random Forest et Gradient </a:t>
          </a:r>
          <a:r>
            <a:rPr lang="fr-FR" sz="1400" kern="1200" dirty="0" err="1">
              <a:solidFill>
                <a:prstClr val="black">
                  <a:hueOff val="0"/>
                  <a:satOff val="0"/>
                  <a:lumOff val="0"/>
                  <a:alphaOff val="0"/>
                </a:prstClr>
              </a:solidFill>
              <a:latin typeface="Segoe UI"/>
              <a:ea typeface="+mn-ea"/>
              <a:cs typeface="+mn-cs"/>
            </a:rPr>
            <a:t>Boosting</a:t>
          </a:r>
          <a:r>
            <a:rPr lang="fr-FR" sz="1400" kern="1200" dirty="0">
              <a:solidFill>
                <a:prstClr val="black">
                  <a:hueOff val="0"/>
                  <a:satOff val="0"/>
                  <a:lumOff val="0"/>
                  <a:alphaOff val="0"/>
                </a:prstClr>
              </a:solidFill>
              <a:latin typeface="Segoe UI"/>
              <a:ea typeface="+mn-ea"/>
              <a:cs typeface="+mn-cs"/>
            </a:rPr>
            <a:t>) pour tirer parti des forces de chacun et obtenir des prédictions plus robustes</a:t>
          </a:r>
        </a:p>
      </dgm:t>
    </dgm:pt>
    <dgm:pt modelId="{1182241B-D1ED-49EE-AE5D-0DC4D0EF3CC3}" type="sibTrans" cxnId="{EBF9E76C-B721-47C7-8BA2-A4640D3DE6E3}">
      <dgm:prSet/>
      <dgm:spPr/>
      <dgm:t>
        <a:bodyPr/>
        <a:lstStyle/>
        <a:p>
          <a:endParaRPr lang="fr-FR"/>
        </a:p>
      </dgm:t>
    </dgm:pt>
    <dgm:pt modelId="{F1733CB0-316D-4DCC-85BA-987EAC3DAAA9}" type="parTrans" cxnId="{EBF9E76C-B721-47C7-8BA2-A4640D3DE6E3}">
      <dgm:prSet/>
      <dgm:spPr/>
      <dgm:t>
        <a:bodyPr/>
        <a:lstStyle/>
        <a:p>
          <a:endParaRPr lang="fr-FR"/>
        </a:p>
      </dgm:t>
    </dgm:pt>
    <dgm:pt modelId="{70330AE7-7339-4664-905B-D03E90260B63}" type="pres">
      <dgm:prSet presAssocID="{F2669722-804F-4BC5-BD39-70B212D6B868}" presName="rootnode" presStyleCnt="0">
        <dgm:presLayoutVars>
          <dgm:chMax/>
          <dgm:chPref/>
          <dgm:dir/>
          <dgm:animLvl val="lvl"/>
        </dgm:presLayoutVars>
      </dgm:prSet>
      <dgm:spPr/>
    </dgm:pt>
    <dgm:pt modelId="{E0098453-009F-49E1-95D0-A3CCA4B4140C}" type="pres">
      <dgm:prSet presAssocID="{B5EEA50C-0036-4619-8C65-F646BDCD084F}" presName="composite" presStyleCnt="0"/>
      <dgm:spPr/>
    </dgm:pt>
    <dgm:pt modelId="{D650964A-5275-413A-A7F8-1E1C5E0E4805}" type="pres">
      <dgm:prSet presAssocID="{B5EEA50C-0036-4619-8C65-F646BDCD084F}" presName="LShape" presStyleLbl="alignNode1" presStyleIdx="0" presStyleCnt="11"/>
      <dgm:spPr/>
    </dgm:pt>
    <dgm:pt modelId="{CDE4E29B-3178-4993-840F-9BF8110AE52E}" type="pres">
      <dgm:prSet presAssocID="{B5EEA50C-0036-4619-8C65-F646BDCD084F}" presName="ParentText" presStyleLbl="revTx" presStyleIdx="0" presStyleCnt="6">
        <dgm:presLayoutVars>
          <dgm:chMax val="0"/>
          <dgm:chPref val="0"/>
          <dgm:bulletEnabled val="1"/>
        </dgm:presLayoutVars>
      </dgm:prSet>
      <dgm:spPr/>
    </dgm:pt>
    <dgm:pt modelId="{ED4DC0D9-80DE-431B-A489-429E02A498A1}" type="pres">
      <dgm:prSet presAssocID="{B5EEA50C-0036-4619-8C65-F646BDCD084F}" presName="Triangle" presStyleLbl="alignNode1" presStyleIdx="1" presStyleCnt="11"/>
      <dgm:spPr/>
    </dgm:pt>
    <dgm:pt modelId="{2058D067-BB8C-4A7B-8538-7C6AF0682E1C}" type="pres">
      <dgm:prSet presAssocID="{3FA33D6B-1F1F-41E9-AA72-083F26A2335E}" presName="sibTrans" presStyleCnt="0"/>
      <dgm:spPr/>
    </dgm:pt>
    <dgm:pt modelId="{1E52A47A-5D64-4410-843A-5AF760123C3C}" type="pres">
      <dgm:prSet presAssocID="{3FA33D6B-1F1F-41E9-AA72-083F26A2335E}" presName="space" presStyleCnt="0"/>
      <dgm:spPr/>
    </dgm:pt>
    <dgm:pt modelId="{A0A60DBE-EAC5-4900-827E-0A3D8E55B5CE}" type="pres">
      <dgm:prSet presAssocID="{B7A8EE04-D17F-4E4E-9423-C06CB9853A66}" presName="composite" presStyleCnt="0"/>
      <dgm:spPr/>
    </dgm:pt>
    <dgm:pt modelId="{EF80FC89-5762-4075-B66F-A01F0275B3C8}" type="pres">
      <dgm:prSet presAssocID="{B7A8EE04-D17F-4E4E-9423-C06CB9853A66}" presName="LShape" presStyleLbl="alignNode1" presStyleIdx="2" presStyleCnt="11"/>
      <dgm:spPr/>
    </dgm:pt>
    <dgm:pt modelId="{48FF32AF-AED1-43BC-B43D-0FBAF14200DE}" type="pres">
      <dgm:prSet presAssocID="{B7A8EE04-D17F-4E4E-9423-C06CB9853A66}" presName="ParentText" presStyleLbl="revTx" presStyleIdx="1" presStyleCnt="6">
        <dgm:presLayoutVars>
          <dgm:chMax val="0"/>
          <dgm:chPref val="0"/>
          <dgm:bulletEnabled val="1"/>
        </dgm:presLayoutVars>
      </dgm:prSet>
      <dgm:spPr/>
    </dgm:pt>
    <dgm:pt modelId="{80863C08-DF97-48A2-A4C2-D20AE52624DF}" type="pres">
      <dgm:prSet presAssocID="{B7A8EE04-D17F-4E4E-9423-C06CB9853A66}" presName="Triangle" presStyleLbl="alignNode1" presStyleIdx="3" presStyleCnt="11"/>
      <dgm:spPr/>
    </dgm:pt>
    <dgm:pt modelId="{0F8A1AC9-30B0-4F94-A534-B49D7E848EAC}" type="pres">
      <dgm:prSet presAssocID="{D9330588-BEBC-4AD7-8390-413E3881330A}" presName="sibTrans" presStyleCnt="0"/>
      <dgm:spPr/>
    </dgm:pt>
    <dgm:pt modelId="{424D696D-F842-4065-B2D0-60E53172953D}" type="pres">
      <dgm:prSet presAssocID="{D9330588-BEBC-4AD7-8390-413E3881330A}" presName="space" presStyleCnt="0"/>
      <dgm:spPr/>
    </dgm:pt>
    <dgm:pt modelId="{9CA3FBF9-B670-4780-AE25-DCCFA0B04656}" type="pres">
      <dgm:prSet presAssocID="{44B689EB-A88F-42B6-9E39-054FA24EB830}" presName="composite" presStyleCnt="0"/>
      <dgm:spPr/>
    </dgm:pt>
    <dgm:pt modelId="{29740F50-8096-4614-BDAF-5AF63920F733}" type="pres">
      <dgm:prSet presAssocID="{44B689EB-A88F-42B6-9E39-054FA24EB830}" presName="LShape" presStyleLbl="alignNode1" presStyleIdx="4" presStyleCnt="11"/>
      <dgm:spPr/>
    </dgm:pt>
    <dgm:pt modelId="{D74EFC1F-8C25-4DBA-A9FB-37D94A482576}" type="pres">
      <dgm:prSet presAssocID="{44B689EB-A88F-42B6-9E39-054FA24EB830}" presName="ParentText" presStyleLbl="revTx" presStyleIdx="2" presStyleCnt="6">
        <dgm:presLayoutVars>
          <dgm:chMax val="0"/>
          <dgm:chPref val="0"/>
          <dgm:bulletEnabled val="1"/>
        </dgm:presLayoutVars>
      </dgm:prSet>
      <dgm:spPr/>
    </dgm:pt>
    <dgm:pt modelId="{4B18D4E6-D87E-442A-B232-955553FABE36}" type="pres">
      <dgm:prSet presAssocID="{44B689EB-A88F-42B6-9E39-054FA24EB830}" presName="Triangle" presStyleLbl="alignNode1" presStyleIdx="5" presStyleCnt="11"/>
      <dgm:spPr/>
    </dgm:pt>
    <dgm:pt modelId="{291223EE-205F-4388-8A77-B2B56CE092A9}" type="pres">
      <dgm:prSet presAssocID="{40F0120F-AFAC-41D5-A5D9-84A9046B882A}" presName="sibTrans" presStyleCnt="0"/>
      <dgm:spPr/>
    </dgm:pt>
    <dgm:pt modelId="{2F125C7F-3610-4F85-8064-C79B4064A732}" type="pres">
      <dgm:prSet presAssocID="{40F0120F-AFAC-41D5-A5D9-84A9046B882A}" presName="space" presStyleCnt="0"/>
      <dgm:spPr/>
    </dgm:pt>
    <dgm:pt modelId="{895D6C69-209E-4173-AC19-EBC7F28D7F79}" type="pres">
      <dgm:prSet presAssocID="{D595F787-077C-43E3-A670-A0FED8541C5D}" presName="composite" presStyleCnt="0"/>
      <dgm:spPr/>
    </dgm:pt>
    <dgm:pt modelId="{EE84AD6A-4F8C-450E-84CD-159C3CE71629}" type="pres">
      <dgm:prSet presAssocID="{D595F787-077C-43E3-A670-A0FED8541C5D}" presName="LShape" presStyleLbl="alignNode1" presStyleIdx="6" presStyleCnt="11"/>
      <dgm:spPr/>
    </dgm:pt>
    <dgm:pt modelId="{0262C142-0411-48D6-AB5B-79A266C4B29B}" type="pres">
      <dgm:prSet presAssocID="{D595F787-077C-43E3-A670-A0FED8541C5D}" presName="ParentText" presStyleLbl="revTx" presStyleIdx="3" presStyleCnt="6">
        <dgm:presLayoutVars>
          <dgm:chMax val="0"/>
          <dgm:chPref val="0"/>
          <dgm:bulletEnabled val="1"/>
        </dgm:presLayoutVars>
      </dgm:prSet>
      <dgm:spPr/>
    </dgm:pt>
    <dgm:pt modelId="{0096B039-ECFA-40D6-97CB-7D241E55B4B8}" type="pres">
      <dgm:prSet presAssocID="{D595F787-077C-43E3-A670-A0FED8541C5D}" presName="Triangle" presStyleLbl="alignNode1" presStyleIdx="7" presStyleCnt="11"/>
      <dgm:spPr/>
    </dgm:pt>
    <dgm:pt modelId="{B1A3B26F-66CD-488D-B79B-97582043E163}" type="pres">
      <dgm:prSet presAssocID="{D9CB793A-95D8-4139-8BED-82F4774991F9}" presName="sibTrans" presStyleCnt="0"/>
      <dgm:spPr/>
    </dgm:pt>
    <dgm:pt modelId="{B4BE8E61-242A-4AD0-9370-992B8D50C0C4}" type="pres">
      <dgm:prSet presAssocID="{D9CB793A-95D8-4139-8BED-82F4774991F9}" presName="space" presStyleCnt="0"/>
      <dgm:spPr/>
    </dgm:pt>
    <dgm:pt modelId="{EF38791A-8E1E-478E-A509-89CD021AC555}" type="pres">
      <dgm:prSet presAssocID="{76301D48-4F1F-4086-BFFE-723EF16B9D11}" presName="composite" presStyleCnt="0"/>
      <dgm:spPr/>
    </dgm:pt>
    <dgm:pt modelId="{EBAA29F7-8D08-419E-9ECF-9186EB8EB8DC}" type="pres">
      <dgm:prSet presAssocID="{76301D48-4F1F-4086-BFFE-723EF16B9D11}" presName="LShape" presStyleLbl="alignNode1" presStyleIdx="8" presStyleCnt="11"/>
      <dgm:spPr/>
    </dgm:pt>
    <dgm:pt modelId="{0E758848-BC62-452C-9926-3F7E5CED3340}" type="pres">
      <dgm:prSet presAssocID="{76301D48-4F1F-4086-BFFE-723EF16B9D11}" presName="ParentText" presStyleLbl="revTx" presStyleIdx="4" presStyleCnt="6">
        <dgm:presLayoutVars>
          <dgm:chMax val="0"/>
          <dgm:chPref val="0"/>
          <dgm:bulletEnabled val="1"/>
        </dgm:presLayoutVars>
      </dgm:prSet>
      <dgm:spPr/>
    </dgm:pt>
    <dgm:pt modelId="{3E3F582B-05E6-4205-B019-229F8886EBC4}" type="pres">
      <dgm:prSet presAssocID="{76301D48-4F1F-4086-BFFE-723EF16B9D11}" presName="Triangle" presStyleLbl="alignNode1" presStyleIdx="9" presStyleCnt="11"/>
      <dgm:spPr/>
    </dgm:pt>
    <dgm:pt modelId="{E82E2582-2837-4156-88B2-EA5E7F36CFDF}" type="pres">
      <dgm:prSet presAssocID="{6FE09E3D-9CB0-458B-A585-6D68C82E3918}" presName="sibTrans" presStyleCnt="0"/>
      <dgm:spPr/>
    </dgm:pt>
    <dgm:pt modelId="{896562A2-96ED-4C24-8520-15EEFF2A705E}" type="pres">
      <dgm:prSet presAssocID="{6FE09E3D-9CB0-458B-A585-6D68C82E3918}" presName="space" presStyleCnt="0"/>
      <dgm:spPr/>
    </dgm:pt>
    <dgm:pt modelId="{52C5B19E-4440-45D5-BE73-729E6DB5FA56}" type="pres">
      <dgm:prSet presAssocID="{6C0C342C-99BA-454F-828D-D557252B1DF6}" presName="composite" presStyleCnt="0"/>
      <dgm:spPr/>
    </dgm:pt>
    <dgm:pt modelId="{807B2C0B-CAF7-4A1D-AE8E-FFF6BEA78000}" type="pres">
      <dgm:prSet presAssocID="{6C0C342C-99BA-454F-828D-D557252B1DF6}" presName="LShape" presStyleLbl="alignNode1" presStyleIdx="10" presStyleCnt="11"/>
      <dgm:spPr/>
    </dgm:pt>
    <dgm:pt modelId="{8853D801-137F-451C-854A-D3E4875557D6}" type="pres">
      <dgm:prSet presAssocID="{6C0C342C-99BA-454F-828D-D557252B1DF6}" presName="ParentText" presStyleLbl="revTx" presStyleIdx="5" presStyleCnt="6">
        <dgm:presLayoutVars>
          <dgm:chMax val="0"/>
          <dgm:chPref val="0"/>
          <dgm:bulletEnabled val="1"/>
        </dgm:presLayoutVars>
      </dgm:prSet>
      <dgm:spPr/>
    </dgm:pt>
  </dgm:ptLst>
  <dgm:cxnLst>
    <dgm:cxn modelId="{0D0DA423-8372-426C-AA64-2AFF0A384809}" srcId="{F2669722-804F-4BC5-BD39-70B212D6B868}" destId="{D595F787-077C-43E3-A670-A0FED8541C5D}" srcOrd="3" destOrd="0" parTransId="{03CE6C51-D582-4CED-8B20-0A8F43E61A82}" sibTransId="{D9CB793A-95D8-4139-8BED-82F4774991F9}"/>
    <dgm:cxn modelId="{70763028-AC63-4172-8AA2-7D2E2751E5E7}" type="presOf" srcId="{44B689EB-A88F-42B6-9E39-054FA24EB830}" destId="{D74EFC1F-8C25-4DBA-A9FB-37D94A482576}" srcOrd="0" destOrd="0" presId="urn:microsoft.com/office/officeart/2009/3/layout/StepUpProcess"/>
    <dgm:cxn modelId="{0F290F2B-94AF-4326-807F-5BB11DB43ED4}" type="presOf" srcId="{6C0C342C-99BA-454F-828D-D557252B1DF6}" destId="{8853D801-137F-451C-854A-D3E4875557D6}" srcOrd="0" destOrd="0" presId="urn:microsoft.com/office/officeart/2009/3/layout/StepUpProcess"/>
    <dgm:cxn modelId="{705E1E3E-2337-463A-997B-BCC76117C49C}" srcId="{F2669722-804F-4BC5-BD39-70B212D6B868}" destId="{B5EEA50C-0036-4619-8C65-F646BDCD084F}" srcOrd="0" destOrd="0" parTransId="{1D43995C-9DE1-45A7-BF51-3A46C9D82DFD}" sibTransId="{3FA33D6B-1F1F-41E9-AA72-083F26A2335E}"/>
    <dgm:cxn modelId="{5B77515D-F2AD-47B3-86A4-BD02FBCC47A3}" type="presOf" srcId="{76301D48-4F1F-4086-BFFE-723EF16B9D11}" destId="{0E758848-BC62-452C-9926-3F7E5CED3340}" srcOrd="0" destOrd="0" presId="urn:microsoft.com/office/officeart/2009/3/layout/StepUpProcess"/>
    <dgm:cxn modelId="{EBF9E76C-B721-47C7-8BA2-A4640D3DE6E3}" srcId="{F2669722-804F-4BC5-BD39-70B212D6B868}" destId="{6C0C342C-99BA-454F-828D-D557252B1DF6}" srcOrd="5" destOrd="0" parTransId="{F1733CB0-316D-4DCC-85BA-987EAC3DAAA9}" sibTransId="{1182241B-D1ED-49EE-AE5D-0DC4D0EF3CC3}"/>
    <dgm:cxn modelId="{48EA8876-7223-45E5-BB61-9FDD389B530C}" type="presOf" srcId="{B7A8EE04-D17F-4E4E-9423-C06CB9853A66}" destId="{48FF32AF-AED1-43BC-B43D-0FBAF14200DE}" srcOrd="0" destOrd="0" presId="urn:microsoft.com/office/officeart/2009/3/layout/StepUpProcess"/>
    <dgm:cxn modelId="{38996557-878F-4288-8004-509DF59802BD}" type="presOf" srcId="{D595F787-077C-43E3-A670-A0FED8541C5D}" destId="{0262C142-0411-48D6-AB5B-79A266C4B29B}" srcOrd="0" destOrd="0" presId="urn:microsoft.com/office/officeart/2009/3/layout/StepUpProcess"/>
    <dgm:cxn modelId="{48372C90-4BD6-4EB9-99AE-21F84012ED20}" type="presOf" srcId="{B5EEA50C-0036-4619-8C65-F646BDCD084F}" destId="{CDE4E29B-3178-4993-840F-9BF8110AE52E}" srcOrd="0" destOrd="0" presId="urn:microsoft.com/office/officeart/2009/3/layout/StepUpProcess"/>
    <dgm:cxn modelId="{4A71E9C0-1E5D-4590-A75C-8087B5F33589}" srcId="{F2669722-804F-4BC5-BD39-70B212D6B868}" destId="{76301D48-4F1F-4086-BFFE-723EF16B9D11}" srcOrd="4" destOrd="0" parTransId="{B62B503C-C01B-4D59-A5D6-90E04313D51B}" sibTransId="{6FE09E3D-9CB0-458B-A585-6D68C82E3918}"/>
    <dgm:cxn modelId="{42D1ABDE-49B8-4C06-8E86-F7B6D6BE2325}" srcId="{F2669722-804F-4BC5-BD39-70B212D6B868}" destId="{44B689EB-A88F-42B6-9E39-054FA24EB830}" srcOrd="2" destOrd="0" parTransId="{7E7E5FA6-EED4-4D1D-95B4-3BF66E7A25CB}" sibTransId="{40F0120F-AFAC-41D5-A5D9-84A9046B882A}"/>
    <dgm:cxn modelId="{266593EF-315B-486B-A082-2D3A7D82C09F}" type="presOf" srcId="{F2669722-804F-4BC5-BD39-70B212D6B868}" destId="{70330AE7-7339-4664-905B-D03E90260B63}" srcOrd="0" destOrd="0" presId="urn:microsoft.com/office/officeart/2009/3/layout/StepUpProcess"/>
    <dgm:cxn modelId="{0646C5F6-D7F9-464F-AC9E-92CA7C86CDA7}" srcId="{F2669722-804F-4BC5-BD39-70B212D6B868}" destId="{B7A8EE04-D17F-4E4E-9423-C06CB9853A66}" srcOrd="1" destOrd="0" parTransId="{8853CE69-DDFD-4384-890F-A1248F4C46D0}" sibTransId="{D9330588-BEBC-4AD7-8390-413E3881330A}"/>
    <dgm:cxn modelId="{58D80A34-4A96-4763-98EA-4FD68A285AC4}" type="presParOf" srcId="{70330AE7-7339-4664-905B-D03E90260B63}" destId="{E0098453-009F-49E1-95D0-A3CCA4B4140C}" srcOrd="0" destOrd="0" presId="urn:microsoft.com/office/officeart/2009/3/layout/StepUpProcess"/>
    <dgm:cxn modelId="{C600D3ED-5C80-4E08-B2B2-2191C4A38C8B}" type="presParOf" srcId="{E0098453-009F-49E1-95D0-A3CCA4B4140C}" destId="{D650964A-5275-413A-A7F8-1E1C5E0E4805}" srcOrd="0" destOrd="0" presId="urn:microsoft.com/office/officeart/2009/3/layout/StepUpProcess"/>
    <dgm:cxn modelId="{A35EAAD2-8778-44EA-9A83-7B10257B2553}" type="presParOf" srcId="{E0098453-009F-49E1-95D0-A3CCA4B4140C}" destId="{CDE4E29B-3178-4993-840F-9BF8110AE52E}" srcOrd="1" destOrd="0" presId="urn:microsoft.com/office/officeart/2009/3/layout/StepUpProcess"/>
    <dgm:cxn modelId="{C823BAE3-B3A3-46D4-9C6B-0353506B5FBC}" type="presParOf" srcId="{E0098453-009F-49E1-95D0-A3CCA4B4140C}" destId="{ED4DC0D9-80DE-431B-A489-429E02A498A1}" srcOrd="2" destOrd="0" presId="urn:microsoft.com/office/officeart/2009/3/layout/StepUpProcess"/>
    <dgm:cxn modelId="{6FF16F9F-8ECC-4A8D-AD45-5654F796125C}" type="presParOf" srcId="{70330AE7-7339-4664-905B-D03E90260B63}" destId="{2058D067-BB8C-4A7B-8538-7C6AF0682E1C}" srcOrd="1" destOrd="0" presId="urn:microsoft.com/office/officeart/2009/3/layout/StepUpProcess"/>
    <dgm:cxn modelId="{33E1EBF1-B8CA-42B3-AC43-04EE07470B1E}" type="presParOf" srcId="{2058D067-BB8C-4A7B-8538-7C6AF0682E1C}" destId="{1E52A47A-5D64-4410-843A-5AF760123C3C}" srcOrd="0" destOrd="0" presId="urn:microsoft.com/office/officeart/2009/3/layout/StepUpProcess"/>
    <dgm:cxn modelId="{50E299A8-8D19-4C34-84A6-2C25AC6BF04C}" type="presParOf" srcId="{70330AE7-7339-4664-905B-D03E90260B63}" destId="{A0A60DBE-EAC5-4900-827E-0A3D8E55B5CE}" srcOrd="2" destOrd="0" presId="urn:microsoft.com/office/officeart/2009/3/layout/StepUpProcess"/>
    <dgm:cxn modelId="{2D18FF5A-707D-4C5C-B322-891DFFD84504}" type="presParOf" srcId="{A0A60DBE-EAC5-4900-827E-0A3D8E55B5CE}" destId="{EF80FC89-5762-4075-B66F-A01F0275B3C8}" srcOrd="0" destOrd="0" presId="urn:microsoft.com/office/officeart/2009/3/layout/StepUpProcess"/>
    <dgm:cxn modelId="{6724DDA8-3AD1-4FCC-B44A-73AA28FB5E29}" type="presParOf" srcId="{A0A60DBE-EAC5-4900-827E-0A3D8E55B5CE}" destId="{48FF32AF-AED1-43BC-B43D-0FBAF14200DE}" srcOrd="1" destOrd="0" presId="urn:microsoft.com/office/officeart/2009/3/layout/StepUpProcess"/>
    <dgm:cxn modelId="{A61914C5-3218-47FF-A0BF-7F287FB157C4}" type="presParOf" srcId="{A0A60DBE-EAC5-4900-827E-0A3D8E55B5CE}" destId="{80863C08-DF97-48A2-A4C2-D20AE52624DF}" srcOrd="2" destOrd="0" presId="urn:microsoft.com/office/officeart/2009/3/layout/StepUpProcess"/>
    <dgm:cxn modelId="{4212AB74-C522-4EA8-845B-DB9C50DDA944}" type="presParOf" srcId="{70330AE7-7339-4664-905B-D03E90260B63}" destId="{0F8A1AC9-30B0-4F94-A534-B49D7E848EAC}" srcOrd="3" destOrd="0" presId="urn:microsoft.com/office/officeart/2009/3/layout/StepUpProcess"/>
    <dgm:cxn modelId="{E122E32D-746B-4D7F-BA3F-63FFCC691EBE}" type="presParOf" srcId="{0F8A1AC9-30B0-4F94-A534-B49D7E848EAC}" destId="{424D696D-F842-4065-B2D0-60E53172953D}" srcOrd="0" destOrd="0" presId="urn:microsoft.com/office/officeart/2009/3/layout/StepUpProcess"/>
    <dgm:cxn modelId="{911AE875-4408-4C22-B019-AD2A5A8A9AF4}" type="presParOf" srcId="{70330AE7-7339-4664-905B-D03E90260B63}" destId="{9CA3FBF9-B670-4780-AE25-DCCFA0B04656}" srcOrd="4" destOrd="0" presId="urn:microsoft.com/office/officeart/2009/3/layout/StepUpProcess"/>
    <dgm:cxn modelId="{4B89C401-EFF3-4BDA-BFC7-B7C956C2EBEA}" type="presParOf" srcId="{9CA3FBF9-B670-4780-AE25-DCCFA0B04656}" destId="{29740F50-8096-4614-BDAF-5AF63920F733}" srcOrd="0" destOrd="0" presId="urn:microsoft.com/office/officeart/2009/3/layout/StepUpProcess"/>
    <dgm:cxn modelId="{04C022AA-6768-43B0-B834-F692717A519A}" type="presParOf" srcId="{9CA3FBF9-B670-4780-AE25-DCCFA0B04656}" destId="{D74EFC1F-8C25-4DBA-A9FB-37D94A482576}" srcOrd="1" destOrd="0" presId="urn:microsoft.com/office/officeart/2009/3/layout/StepUpProcess"/>
    <dgm:cxn modelId="{8BA81838-14B7-43D2-9FF8-4021C2A6D8A7}" type="presParOf" srcId="{9CA3FBF9-B670-4780-AE25-DCCFA0B04656}" destId="{4B18D4E6-D87E-442A-B232-955553FABE36}" srcOrd="2" destOrd="0" presId="urn:microsoft.com/office/officeart/2009/3/layout/StepUpProcess"/>
    <dgm:cxn modelId="{FB915C9D-5D1E-4455-AE71-02233F0CA8E7}" type="presParOf" srcId="{70330AE7-7339-4664-905B-D03E90260B63}" destId="{291223EE-205F-4388-8A77-B2B56CE092A9}" srcOrd="5" destOrd="0" presId="urn:microsoft.com/office/officeart/2009/3/layout/StepUpProcess"/>
    <dgm:cxn modelId="{6B246776-9C07-4F86-9FE0-EC12F0D1838B}" type="presParOf" srcId="{291223EE-205F-4388-8A77-B2B56CE092A9}" destId="{2F125C7F-3610-4F85-8064-C79B4064A732}" srcOrd="0" destOrd="0" presId="urn:microsoft.com/office/officeart/2009/3/layout/StepUpProcess"/>
    <dgm:cxn modelId="{9DA6FC91-DB04-48A9-9383-860D31248A4E}" type="presParOf" srcId="{70330AE7-7339-4664-905B-D03E90260B63}" destId="{895D6C69-209E-4173-AC19-EBC7F28D7F79}" srcOrd="6" destOrd="0" presId="urn:microsoft.com/office/officeart/2009/3/layout/StepUpProcess"/>
    <dgm:cxn modelId="{4268DD46-F2FF-47C0-8BA8-6265E9F6E084}" type="presParOf" srcId="{895D6C69-209E-4173-AC19-EBC7F28D7F79}" destId="{EE84AD6A-4F8C-450E-84CD-159C3CE71629}" srcOrd="0" destOrd="0" presId="urn:microsoft.com/office/officeart/2009/3/layout/StepUpProcess"/>
    <dgm:cxn modelId="{6175F403-1B1E-4C47-816F-B525E0480B35}" type="presParOf" srcId="{895D6C69-209E-4173-AC19-EBC7F28D7F79}" destId="{0262C142-0411-48D6-AB5B-79A266C4B29B}" srcOrd="1" destOrd="0" presId="urn:microsoft.com/office/officeart/2009/3/layout/StepUpProcess"/>
    <dgm:cxn modelId="{10228046-EAB2-4DDC-8B5C-4E0DE39B5484}" type="presParOf" srcId="{895D6C69-209E-4173-AC19-EBC7F28D7F79}" destId="{0096B039-ECFA-40D6-97CB-7D241E55B4B8}" srcOrd="2" destOrd="0" presId="urn:microsoft.com/office/officeart/2009/3/layout/StepUpProcess"/>
    <dgm:cxn modelId="{1D54F77F-9997-4539-838C-4B48681676D7}" type="presParOf" srcId="{70330AE7-7339-4664-905B-D03E90260B63}" destId="{B1A3B26F-66CD-488D-B79B-97582043E163}" srcOrd="7" destOrd="0" presId="urn:microsoft.com/office/officeart/2009/3/layout/StepUpProcess"/>
    <dgm:cxn modelId="{F96D9754-8CBE-4B2F-A65A-9CE56E0485E6}" type="presParOf" srcId="{B1A3B26F-66CD-488D-B79B-97582043E163}" destId="{B4BE8E61-242A-4AD0-9370-992B8D50C0C4}" srcOrd="0" destOrd="0" presId="urn:microsoft.com/office/officeart/2009/3/layout/StepUpProcess"/>
    <dgm:cxn modelId="{4A4E156E-55EE-4FC5-80DE-17A3D33710C7}" type="presParOf" srcId="{70330AE7-7339-4664-905B-D03E90260B63}" destId="{EF38791A-8E1E-478E-A509-89CD021AC555}" srcOrd="8" destOrd="0" presId="urn:microsoft.com/office/officeart/2009/3/layout/StepUpProcess"/>
    <dgm:cxn modelId="{0F872DE5-2D6D-49B4-82D6-32AC6608D0CD}" type="presParOf" srcId="{EF38791A-8E1E-478E-A509-89CD021AC555}" destId="{EBAA29F7-8D08-419E-9ECF-9186EB8EB8DC}" srcOrd="0" destOrd="0" presId="urn:microsoft.com/office/officeart/2009/3/layout/StepUpProcess"/>
    <dgm:cxn modelId="{697E7BF8-56A5-40BE-B2EB-DC9649724D85}" type="presParOf" srcId="{EF38791A-8E1E-478E-A509-89CD021AC555}" destId="{0E758848-BC62-452C-9926-3F7E5CED3340}" srcOrd="1" destOrd="0" presId="urn:microsoft.com/office/officeart/2009/3/layout/StepUpProcess"/>
    <dgm:cxn modelId="{AB320BA0-2511-43DA-ABEE-56E730126F83}" type="presParOf" srcId="{EF38791A-8E1E-478E-A509-89CD021AC555}" destId="{3E3F582B-05E6-4205-B019-229F8886EBC4}" srcOrd="2" destOrd="0" presId="urn:microsoft.com/office/officeart/2009/3/layout/StepUpProcess"/>
    <dgm:cxn modelId="{CFC797AF-7E63-45C9-BC64-756B3F149B9B}" type="presParOf" srcId="{70330AE7-7339-4664-905B-D03E90260B63}" destId="{E82E2582-2837-4156-88B2-EA5E7F36CFDF}" srcOrd="9" destOrd="0" presId="urn:microsoft.com/office/officeart/2009/3/layout/StepUpProcess"/>
    <dgm:cxn modelId="{7069A4F4-CC16-495B-8CA8-885500AD63CC}" type="presParOf" srcId="{E82E2582-2837-4156-88B2-EA5E7F36CFDF}" destId="{896562A2-96ED-4C24-8520-15EEFF2A705E}" srcOrd="0" destOrd="0" presId="urn:microsoft.com/office/officeart/2009/3/layout/StepUpProcess"/>
    <dgm:cxn modelId="{06C0FF5F-9507-4888-9242-96370CE9BD73}" type="presParOf" srcId="{70330AE7-7339-4664-905B-D03E90260B63}" destId="{52C5B19E-4440-45D5-BE73-729E6DB5FA56}" srcOrd="10" destOrd="0" presId="urn:microsoft.com/office/officeart/2009/3/layout/StepUpProcess"/>
    <dgm:cxn modelId="{2A0E2BCA-ADE9-424D-A012-F55A904A29C8}" type="presParOf" srcId="{52C5B19E-4440-45D5-BE73-729E6DB5FA56}" destId="{807B2C0B-CAF7-4A1D-AE8E-FFF6BEA78000}" srcOrd="0" destOrd="0" presId="urn:microsoft.com/office/officeart/2009/3/layout/StepUpProcess"/>
    <dgm:cxn modelId="{06AB5B7C-7BEC-435B-8135-0E264C4FEECD}" type="presParOf" srcId="{52C5B19E-4440-45D5-BE73-729E6DB5FA56}" destId="{8853D801-137F-451C-854A-D3E4875557D6}" srcOrd="1" destOrd="0" presId="urn:microsoft.com/office/officeart/2009/3/layout/StepUpProcess"/>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2A50F5F-C2D6-45D1-8558-9D17F1241AFF}">
      <dsp:nvSpPr>
        <dsp:cNvPr id="0" name=""/>
        <dsp:cNvSpPr/>
      </dsp:nvSpPr>
      <dsp:spPr>
        <a:xfrm>
          <a:off x="787295" y="208609"/>
          <a:ext cx="838687" cy="838687"/>
        </a:xfrm>
        <a:prstGeom prst="rect">
          <a:avLst/>
        </a:prstGeom>
        <a:blipFill>
          <a:blip xmlns:r="http://schemas.openxmlformats.org/officeDocument/2006/relationships" r:embed="rId1">
            <a:extLst>
              <a:ext uri="{96DAC541-7B7A-43D3-8B79-37D633B846F1}">
                <asvg:svgBlip xmlns:asvg="http://schemas.microsoft.com/office/drawing/2016/SVG/main" r:embed="rId2"/>
              </a:ext>
            </a:extLst>
          </a:blip>
          <a:srcRect/>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2DF06F6-83C6-4071-99F8-27B2A3A21EE9}">
      <dsp:nvSpPr>
        <dsp:cNvPr id="0" name=""/>
        <dsp:cNvSpPr/>
      </dsp:nvSpPr>
      <dsp:spPr>
        <a:xfrm>
          <a:off x="8513" y="1173441"/>
          <a:ext cx="2396249" cy="48299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22300">
            <a:lnSpc>
              <a:spcPct val="100000"/>
            </a:lnSpc>
            <a:spcBef>
              <a:spcPct val="0"/>
            </a:spcBef>
            <a:spcAft>
              <a:spcPct val="35000"/>
            </a:spcAft>
            <a:buNone/>
            <a:defRPr b="1"/>
          </a:pPr>
          <a:r>
            <a:rPr lang="fr-FR" sz="1400" b="1" kern="1200">
              <a:latin typeface="+mj-lt"/>
            </a:rPr>
            <a:t>Gestion des données déséquilibrées</a:t>
          </a:r>
          <a:endParaRPr lang="en-US" sz="1400" b="1" kern="1200" dirty="0">
            <a:latin typeface="+mj-lt"/>
          </a:endParaRPr>
        </a:p>
      </dsp:txBody>
      <dsp:txXfrm>
        <a:off x="8513" y="1173441"/>
        <a:ext cx="2396249" cy="482994"/>
      </dsp:txXfrm>
    </dsp:sp>
    <dsp:sp modelId="{2ABE94F7-0A09-4E52-8CCF-37809F282304}">
      <dsp:nvSpPr>
        <dsp:cNvPr id="0" name=""/>
        <dsp:cNvSpPr/>
      </dsp:nvSpPr>
      <dsp:spPr>
        <a:xfrm>
          <a:off x="8513" y="1715107"/>
          <a:ext cx="2396249" cy="142708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22300">
            <a:lnSpc>
              <a:spcPct val="100000"/>
            </a:lnSpc>
            <a:spcBef>
              <a:spcPct val="0"/>
            </a:spcBef>
            <a:spcAft>
              <a:spcPct val="35000"/>
            </a:spcAft>
            <a:buNone/>
          </a:pPr>
          <a:r>
            <a:rPr lang="fr-FR" sz="1400" kern="1200" dirty="0">
              <a:latin typeface="+mj-lt"/>
            </a:rPr>
            <a:t>Random Forest peut pondérer les classes, ce qui le rend efficace pour traiter les jeux de données déséquilibrés</a:t>
          </a:r>
          <a:endParaRPr lang="en-US" sz="1400" kern="1200" dirty="0">
            <a:latin typeface="+mj-lt"/>
          </a:endParaRPr>
        </a:p>
      </dsp:txBody>
      <dsp:txXfrm>
        <a:off x="8513" y="1715107"/>
        <a:ext cx="2396249" cy="1427086"/>
      </dsp:txXfrm>
    </dsp:sp>
    <dsp:sp modelId="{603CB82A-27E7-4C24-9A5E-4EFBE0D0E21D}">
      <dsp:nvSpPr>
        <dsp:cNvPr id="0" name=""/>
        <dsp:cNvSpPr/>
      </dsp:nvSpPr>
      <dsp:spPr>
        <a:xfrm>
          <a:off x="3602888" y="208609"/>
          <a:ext cx="838687" cy="838687"/>
        </a:xfrm>
        <a:prstGeom prst="rect">
          <a:avLst/>
        </a:prstGeom>
        <a:blipFill>
          <a:blip xmlns:r="http://schemas.openxmlformats.org/officeDocument/2006/relationships" r:embed="rId3">
            <a:extLst>
              <a:ext uri="{96DAC541-7B7A-43D3-8B79-37D633B846F1}">
                <asvg:svgBlip xmlns:asvg="http://schemas.microsoft.com/office/drawing/2016/SVG/main" r:embed="rId4"/>
              </a:ext>
            </a:extLst>
          </a:blip>
          <a:srcRect/>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9A80937-762C-42B6-BBD8-4C429E83FA4C}">
      <dsp:nvSpPr>
        <dsp:cNvPr id="0" name=""/>
        <dsp:cNvSpPr/>
      </dsp:nvSpPr>
      <dsp:spPr>
        <a:xfrm>
          <a:off x="2824107" y="1173441"/>
          <a:ext cx="2396249" cy="48299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22300">
            <a:lnSpc>
              <a:spcPct val="100000"/>
            </a:lnSpc>
            <a:spcBef>
              <a:spcPct val="0"/>
            </a:spcBef>
            <a:spcAft>
              <a:spcPct val="35000"/>
            </a:spcAft>
            <a:buNone/>
            <a:defRPr b="1"/>
          </a:pPr>
          <a:r>
            <a:rPr lang="fr-FR" sz="1400" b="1" kern="1200" dirty="0">
              <a:latin typeface="+mj-lt"/>
            </a:rPr>
            <a:t>Robustesse face au bruit</a:t>
          </a:r>
          <a:endParaRPr lang="en-US" sz="1400" b="1" kern="1200" dirty="0">
            <a:latin typeface="+mj-lt"/>
          </a:endParaRPr>
        </a:p>
      </dsp:txBody>
      <dsp:txXfrm>
        <a:off x="2824107" y="1173441"/>
        <a:ext cx="2396249" cy="482994"/>
      </dsp:txXfrm>
    </dsp:sp>
    <dsp:sp modelId="{1DFF28F0-22E6-4237-9DCA-AC75FFBE25BE}">
      <dsp:nvSpPr>
        <dsp:cNvPr id="0" name=""/>
        <dsp:cNvSpPr/>
      </dsp:nvSpPr>
      <dsp:spPr>
        <a:xfrm>
          <a:off x="2824107" y="1715107"/>
          <a:ext cx="2396249" cy="142708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22300">
            <a:lnSpc>
              <a:spcPct val="100000"/>
            </a:lnSpc>
            <a:spcBef>
              <a:spcPct val="0"/>
            </a:spcBef>
            <a:spcAft>
              <a:spcPct val="35000"/>
            </a:spcAft>
            <a:buNone/>
          </a:pPr>
          <a:r>
            <a:rPr lang="fr-FR" sz="1400" kern="1200" dirty="0">
              <a:latin typeface="+mj-lt"/>
            </a:rPr>
            <a:t>Il est résilient aux données bruitées et aux caractéristiques non pertinentes, garantissant des performances fiables</a:t>
          </a:r>
          <a:endParaRPr lang="en-US" sz="1400" kern="1200" dirty="0">
            <a:latin typeface="+mj-lt"/>
          </a:endParaRPr>
        </a:p>
      </dsp:txBody>
      <dsp:txXfrm>
        <a:off x="2824107" y="1715107"/>
        <a:ext cx="2396249" cy="1427086"/>
      </dsp:txXfrm>
    </dsp:sp>
    <dsp:sp modelId="{80F5A05A-CB7B-477C-9D75-690DD5B8830C}">
      <dsp:nvSpPr>
        <dsp:cNvPr id="0" name=""/>
        <dsp:cNvSpPr/>
      </dsp:nvSpPr>
      <dsp:spPr>
        <a:xfrm>
          <a:off x="6418482" y="208609"/>
          <a:ext cx="838687" cy="838687"/>
        </a:xfrm>
        <a:prstGeom prst="rect">
          <a:avLst/>
        </a:prstGeom>
        <a:blipFill>
          <a:blip xmlns:r="http://schemas.openxmlformats.org/officeDocument/2006/relationships" r:embed="rId5">
            <a:extLst>
              <a:ext uri="{96DAC541-7B7A-43D3-8B79-37D633B846F1}">
                <asvg:svgBlip xmlns:asvg="http://schemas.microsoft.com/office/drawing/2016/SVG/main" r:embed="rId6"/>
              </a:ext>
            </a:extLst>
          </a:blip>
          <a:srcRect/>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831FC05-85A8-48DB-A27B-DC7595A8B0FE}">
      <dsp:nvSpPr>
        <dsp:cNvPr id="0" name=""/>
        <dsp:cNvSpPr/>
      </dsp:nvSpPr>
      <dsp:spPr>
        <a:xfrm>
          <a:off x="5639701" y="1173441"/>
          <a:ext cx="2396249" cy="48299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22300">
            <a:lnSpc>
              <a:spcPct val="100000"/>
            </a:lnSpc>
            <a:spcBef>
              <a:spcPct val="0"/>
            </a:spcBef>
            <a:spcAft>
              <a:spcPct val="35000"/>
            </a:spcAft>
            <a:buNone/>
            <a:defRPr b="1"/>
          </a:pPr>
          <a:r>
            <a:rPr lang="fr-FR" sz="1400" kern="1200">
              <a:latin typeface="+mj-lt"/>
            </a:rPr>
            <a:t>Explicabilité</a:t>
          </a:r>
          <a:endParaRPr lang="en-US" sz="1400" kern="1200" dirty="0">
            <a:latin typeface="+mj-lt"/>
          </a:endParaRPr>
        </a:p>
      </dsp:txBody>
      <dsp:txXfrm>
        <a:off x="5639701" y="1173441"/>
        <a:ext cx="2396249" cy="482994"/>
      </dsp:txXfrm>
    </dsp:sp>
    <dsp:sp modelId="{BFC2C7F4-202B-4B10-89D4-8830DFF8674B}">
      <dsp:nvSpPr>
        <dsp:cNvPr id="0" name=""/>
        <dsp:cNvSpPr/>
      </dsp:nvSpPr>
      <dsp:spPr>
        <a:xfrm>
          <a:off x="5639701" y="1715107"/>
          <a:ext cx="2396249" cy="142708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22300">
            <a:lnSpc>
              <a:spcPct val="100000"/>
            </a:lnSpc>
            <a:spcBef>
              <a:spcPct val="0"/>
            </a:spcBef>
            <a:spcAft>
              <a:spcPct val="35000"/>
            </a:spcAft>
            <a:buNone/>
          </a:pPr>
          <a:r>
            <a:rPr lang="fr-FR" sz="1400" kern="1200" dirty="0">
              <a:latin typeface="+mj-lt"/>
            </a:rPr>
            <a:t>Random Forest permet d'identifier les variables les plus importantes, facilitant ainsi l’interprétation des résultats</a:t>
          </a:r>
          <a:endParaRPr lang="en-US" sz="1400" kern="1200" dirty="0">
            <a:latin typeface="+mj-lt"/>
          </a:endParaRPr>
        </a:p>
      </dsp:txBody>
      <dsp:txXfrm>
        <a:off x="5639701" y="1715107"/>
        <a:ext cx="2396249" cy="1427086"/>
      </dsp:txXfrm>
    </dsp:sp>
    <dsp:sp modelId="{69A6BBD4-6794-4818-B081-CF9BB385F766}">
      <dsp:nvSpPr>
        <dsp:cNvPr id="0" name=""/>
        <dsp:cNvSpPr/>
      </dsp:nvSpPr>
      <dsp:spPr>
        <a:xfrm>
          <a:off x="9234076" y="208609"/>
          <a:ext cx="838687" cy="838687"/>
        </a:xfrm>
        <a:prstGeom prst="rect">
          <a:avLst/>
        </a:prstGeom>
        <a:blipFill>
          <a:blip xmlns:r="http://schemas.openxmlformats.org/officeDocument/2006/relationships" r:embed="rId7">
            <a:extLst>
              <a:ext uri="{96DAC541-7B7A-43D3-8B79-37D633B846F1}">
                <asvg:svgBlip xmlns:asvg="http://schemas.microsoft.com/office/drawing/2016/SVG/main" r:embed="rId8"/>
              </a:ext>
            </a:extLst>
          </a:blip>
          <a:srcRect/>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7A1D540-0755-4A2F-A48F-03E8754BCB74}">
      <dsp:nvSpPr>
        <dsp:cNvPr id="0" name=""/>
        <dsp:cNvSpPr/>
      </dsp:nvSpPr>
      <dsp:spPr>
        <a:xfrm>
          <a:off x="8455295" y="1173441"/>
          <a:ext cx="2396249" cy="48299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22300">
            <a:lnSpc>
              <a:spcPct val="100000"/>
            </a:lnSpc>
            <a:spcBef>
              <a:spcPct val="0"/>
            </a:spcBef>
            <a:spcAft>
              <a:spcPct val="35000"/>
            </a:spcAft>
            <a:buNone/>
            <a:defRPr b="1"/>
          </a:pPr>
          <a:r>
            <a:rPr lang="fr-FR" sz="1400" kern="1200">
              <a:latin typeface="+mj-lt"/>
            </a:rPr>
            <a:t>Adaptabilité </a:t>
          </a:r>
          <a:endParaRPr lang="en-US" sz="1400" kern="1200" dirty="0">
            <a:latin typeface="+mj-lt"/>
          </a:endParaRPr>
        </a:p>
      </dsp:txBody>
      <dsp:txXfrm>
        <a:off x="8455295" y="1173441"/>
        <a:ext cx="2396249" cy="482994"/>
      </dsp:txXfrm>
    </dsp:sp>
    <dsp:sp modelId="{759FF829-B9D3-4CA4-B99A-1150A173C70C}">
      <dsp:nvSpPr>
        <dsp:cNvPr id="0" name=""/>
        <dsp:cNvSpPr/>
      </dsp:nvSpPr>
      <dsp:spPr>
        <a:xfrm>
          <a:off x="8455295" y="1715107"/>
          <a:ext cx="2396249" cy="142708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22300">
            <a:lnSpc>
              <a:spcPct val="100000"/>
            </a:lnSpc>
            <a:spcBef>
              <a:spcPct val="0"/>
            </a:spcBef>
            <a:spcAft>
              <a:spcPct val="35000"/>
            </a:spcAft>
            <a:buNone/>
          </a:pPr>
          <a:r>
            <a:rPr lang="fr-FR" sz="1400" kern="1200">
              <a:latin typeface="+mj-lt"/>
            </a:rPr>
            <a:t>Ce modèle fonctionne bien sur une large gamme de problèmes, même lorsque les relations entre les variables sont complexes et non linéaires</a:t>
          </a:r>
          <a:endParaRPr lang="en-US" sz="1400" kern="1200" dirty="0">
            <a:latin typeface="+mj-lt"/>
          </a:endParaRPr>
        </a:p>
      </dsp:txBody>
      <dsp:txXfrm>
        <a:off x="8455295" y="1715107"/>
        <a:ext cx="2396249" cy="1427086"/>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650964A-5275-413A-A7F8-1E1C5E0E4805}">
      <dsp:nvSpPr>
        <dsp:cNvPr id="0" name=""/>
        <dsp:cNvSpPr/>
      </dsp:nvSpPr>
      <dsp:spPr>
        <a:xfrm rot="5400000">
          <a:off x="340250" y="2968019"/>
          <a:ext cx="1007164" cy="1675898"/>
        </a:xfrm>
        <a:prstGeom prst="corner">
          <a:avLst>
            <a:gd name="adj1" fmla="val 16120"/>
            <a:gd name="adj2" fmla="val 16110"/>
          </a:avLst>
        </a:prstGeom>
        <a:solidFill>
          <a:schemeClr val="accent5">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DE4E29B-3178-4993-840F-9BF8110AE52E}">
      <dsp:nvSpPr>
        <dsp:cNvPr id="0" name=""/>
        <dsp:cNvSpPr/>
      </dsp:nvSpPr>
      <dsp:spPr>
        <a:xfrm>
          <a:off x="172129" y="3468752"/>
          <a:ext cx="1513010" cy="132624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ctr" defTabSz="533400">
            <a:lnSpc>
              <a:spcPct val="90000"/>
            </a:lnSpc>
            <a:spcBef>
              <a:spcPct val="0"/>
            </a:spcBef>
            <a:spcAft>
              <a:spcPct val="35000"/>
            </a:spcAft>
            <a:buNone/>
          </a:pPr>
          <a:r>
            <a:rPr lang="fr-FR" sz="1400" kern="1200" dirty="0">
              <a:solidFill>
                <a:prstClr val="black">
                  <a:hueOff val="0"/>
                  <a:satOff val="0"/>
                  <a:lumOff val="0"/>
                  <a:alphaOff val="0"/>
                </a:prstClr>
              </a:solidFill>
              <a:latin typeface="Segoe UI"/>
              <a:ea typeface="+mn-ea"/>
              <a:cs typeface="+mn-cs"/>
            </a:rPr>
            <a:t>Intégrer un module de détection en temps réel</a:t>
          </a:r>
        </a:p>
      </dsp:txBody>
      <dsp:txXfrm>
        <a:off x="172129" y="3468752"/>
        <a:ext cx="1513010" cy="1326242"/>
      </dsp:txXfrm>
    </dsp:sp>
    <dsp:sp modelId="{ED4DC0D9-80DE-431B-A489-429E02A498A1}">
      <dsp:nvSpPr>
        <dsp:cNvPr id="0" name=""/>
        <dsp:cNvSpPr/>
      </dsp:nvSpPr>
      <dsp:spPr>
        <a:xfrm>
          <a:off x="1399666" y="2844638"/>
          <a:ext cx="285473" cy="285473"/>
        </a:xfrm>
        <a:prstGeom prst="triangle">
          <a:avLst>
            <a:gd name="adj" fmla="val 100000"/>
          </a:avLst>
        </a:prstGeom>
        <a:solidFill>
          <a:schemeClr val="accent5">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F80FC89-5762-4075-B66F-A01F0275B3C8}">
      <dsp:nvSpPr>
        <dsp:cNvPr id="0" name=""/>
        <dsp:cNvSpPr/>
      </dsp:nvSpPr>
      <dsp:spPr>
        <a:xfrm rot="5400000">
          <a:off x="2192470" y="2509686"/>
          <a:ext cx="1007164" cy="1675898"/>
        </a:xfrm>
        <a:prstGeom prst="corner">
          <a:avLst>
            <a:gd name="adj1" fmla="val 16120"/>
            <a:gd name="adj2" fmla="val 16110"/>
          </a:avLst>
        </a:prstGeom>
        <a:solidFill>
          <a:schemeClr val="accent5">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8FF32AF-AED1-43BC-B43D-0FBAF14200DE}">
      <dsp:nvSpPr>
        <dsp:cNvPr id="0" name=""/>
        <dsp:cNvSpPr/>
      </dsp:nvSpPr>
      <dsp:spPr>
        <a:xfrm>
          <a:off x="2024349" y="3010418"/>
          <a:ext cx="1513010" cy="132624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ctr" defTabSz="533400">
            <a:lnSpc>
              <a:spcPct val="90000"/>
            </a:lnSpc>
            <a:spcBef>
              <a:spcPct val="0"/>
            </a:spcBef>
            <a:spcAft>
              <a:spcPct val="35000"/>
            </a:spcAft>
            <a:buNone/>
          </a:pPr>
          <a:r>
            <a:rPr lang="fr-FR" sz="1400" kern="1200" dirty="0">
              <a:solidFill>
                <a:prstClr val="black">
                  <a:hueOff val="0"/>
                  <a:satOff val="0"/>
                  <a:lumOff val="0"/>
                  <a:alphaOff val="0"/>
                </a:prstClr>
              </a:solidFill>
              <a:latin typeface="Segoe UI"/>
              <a:ea typeface="+mn-ea"/>
              <a:cs typeface="+mn-cs"/>
            </a:rPr>
            <a:t>Ajouter des mécanismes explicatifs pour interpréter et justifier les prédictions du modèle</a:t>
          </a:r>
        </a:p>
      </dsp:txBody>
      <dsp:txXfrm>
        <a:off x="2024349" y="3010418"/>
        <a:ext cx="1513010" cy="1326242"/>
      </dsp:txXfrm>
    </dsp:sp>
    <dsp:sp modelId="{80863C08-DF97-48A2-A4C2-D20AE52624DF}">
      <dsp:nvSpPr>
        <dsp:cNvPr id="0" name=""/>
        <dsp:cNvSpPr/>
      </dsp:nvSpPr>
      <dsp:spPr>
        <a:xfrm>
          <a:off x="3251886" y="2386304"/>
          <a:ext cx="285473" cy="285473"/>
        </a:xfrm>
        <a:prstGeom prst="triangle">
          <a:avLst>
            <a:gd name="adj" fmla="val 100000"/>
          </a:avLst>
        </a:prstGeom>
        <a:solidFill>
          <a:schemeClr val="accent5">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9740F50-8096-4614-BDAF-5AF63920F733}">
      <dsp:nvSpPr>
        <dsp:cNvPr id="0" name=""/>
        <dsp:cNvSpPr/>
      </dsp:nvSpPr>
      <dsp:spPr>
        <a:xfrm rot="5400000">
          <a:off x="4044691" y="2051352"/>
          <a:ext cx="1007164" cy="1675898"/>
        </a:xfrm>
        <a:prstGeom prst="corner">
          <a:avLst>
            <a:gd name="adj1" fmla="val 16120"/>
            <a:gd name="adj2" fmla="val 16110"/>
          </a:avLst>
        </a:prstGeom>
        <a:solidFill>
          <a:schemeClr val="accent5">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74EFC1F-8C25-4DBA-A9FB-37D94A482576}">
      <dsp:nvSpPr>
        <dsp:cNvPr id="0" name=""/>
        <dsp:cNvSpPr/>
      </dsp:nvSpPr>
      <dsp:spPr>
        <a:xfrm>
          <a:off x="3876570" y="2552084"/>
          <a:ext cx="1513010" cy="132624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ctr" defTabSz="533400">
            <a:lnSpc>
              <a:spcPct val="90000"/>
            </a:lnSpc>
            <a:spcBef>
              <a:spcPct val="0"/>
            </a:spcBef>
            <a:spcAft>
              <a:spcPct val="35000"/>
            </a:spcAft>
            <a:buNone/>
          </a:pPr>
          <a:r>
            <a:rPr lang="fr-FR" sz="1400" kern="1200" dirty="0">
              <a:solidFill>
                <a:prstClr val="black">
                  <a:hueOff val="0"/>
                  <a:satOff val="0"/>
                  <a:lumOff val="0"/>
                  <a:alphaOff val="0"/>
                </a:prstClr>
              </a:solidFill>
              <a:latin typeface="Segoe UI"/>
              <a:ea typeface="+mn-ea"/>
              <a:cs typeface="+mn-cs"/>
            </a:rPr>
            <a:t>Automatiser la mise à jour des données et des paramètres du modèle </a:t>
          </a:r>
        </a:p>
      </dsp:txBody>
      <dsp:txXfrm>
        <a:off x="3876570" y="2552084"/>
        <a:ext cx="1513010" cy="1326242"/>
      </dsp:txXfrm>
    </dsp:sp>
    <dsp:sp modelId="{4B18D4E6-D87E-442A-B232-955553FABE36}">
      <dsp:nvSpPr>
        <dsp:cNvPr id="0" name=""/>
        <dsp:cNvSpPr/>
      </dsp:nvSpPr>
      <dsp:spPr>
        <a:xfrm>
          <a:off x="5104107" y="1927970"/>
          <a:ext cx="285473" cy="285473"/>
        </a:xfrm>
        <a:prstGeom prst="triangle">
          <a:avLst>
            <a:gd name="adj" fmla="val 100000"/>
          </a:avLst>
        </a:prstGeom>
        <a:solidFill>
          <a:schemeClr val="accent5">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E84AD6A-4F8C-450E-84CD-159C3CE71629}">
      <dsp:nvSpPr>
        <dsp:cNvPr id="0" name=""/>
        <dsp:cNvSpPr/>
      </dsp:nvSpPr>
      <dsp:spPr>
        <a:xfrm rot="5400000">
          <a:off x="5896911" y="1593018"/>
          <a:ext cx="1007164" cy="1675898"/>
        </a:xfrm>
        <a:prstGeom prst="corner">
          <a:avLst>
            <a:gd name="adj1" fmla="val 16120"/>
            <a:gd name="adj2" fmla="val 16110"/>
          </a:avLst>
        </a:prstGeom>
        <a:solidFill>
          <a:schemeClr val="accent5">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262C142-0411-48D6-AB5B-79A266C4B29B}">
      <dsp:nvSpPr>
        <dsp:cNvPr id="0" name=""/>
        <dsp:cNvSpPr/>
      </dsp:nvSpPr>
      <dsp:spPr>
        <a:xfrm>
          <a:off x="5728791" y="2093751"/>
          <a:ext cx="1513010" cy="132624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ctr" defTabSz="533400">
            <a:lnSpc>
              <a:spcPct val="90000"/>
            </a:lnSpc>
            <a:spcBef>
              <a:spcPct val="0"/>
            </a:spcBef>
            <a:spcAft>
              <a:spcPct val="35000"/>
            </a:spcAft>
            <a:buNone/>
          </a:pPr>
          <a:r>
            <a:rPr lang="fr-FR" sz="1400" kern="1200" dirty="0">
              <a:latin typeface="+mj-lt"/>
              <a:ea typeface="+mn-ea"/>
              <a:cs typeface="+mn-cs"/>
            </a:rPr>
            <a:t>Intégrer un système de détection d'anomalies basé sur des méthodes non supervisées (comme Isolation Forest ou DBSCAN) pour identifier des attaques</a:t>
          </a:r>
        </a:p>
      </dsp:txBody>
      <dsp:txXfrm>
        <a:off x="5728791" y="2093751"/>
        <a:ext cx="1513010" cy="1326242"/>
      </dsp:txXfrm>
    </dsp:sp>
    <dsp:sp modelId="{0096B039-ECFA-40D6-97CB-7D241E55B4B8}">
      <dsp:nvSpPr>
        <dsp:cNvPr id="0" name=""/>
        <dsp:cNvSpPr/>
      </dsp:nvSpPr>
      <dsp:spPr>
        <a:xfrm>
          <a:off x="6956328" y="1469636"/>
          <a:ext cx="285473" cy="285473"/>
        </a:xfrm>
        <a:prstGeom prst="triangle">
          <a:avLst>
            <a:gd name="adj" fmla="val 100000"/>
          </a:avLst>
        </a:prstGeom>
        <a:solidFill>
          <a:schemeClr val="accent5">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BAA29F7-8D08-419E-9ECF-9186EB8EB8DC}">
      <dsp:nvSpPr>
        <dsp:cNvPr id="0" name=""/>
        <dsp:cNvSpPr/>
      </dsp:nvSpPr>
      <dsp:spPr>
        <a:xfrm rot="5400000">
          <a:off x="7749132" y="1134684"/>
          <a:ext cx="1007164" cy="1675898"/>
        </a:xfrm>
        <a:prstGeom prst="corner">
          <a:avLst>
            <a:gd name="adj1" fmla="val 16120"/>
            <a:gd name="adj2" fmla="val 16110"/>
          </a:avLst>
        </a:prstGeom>
        <a:solidFill>
          <a:schemeClr val="accent5">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E758848-BC62-452C-9926-3F7E5CED3340}">
      <dsp:nvSpPr>
        <dsp:cNvPr id="0" name=""/>
        <dsp:cNvSpPr/>
      </dsp:nvSpPr>
      <dsp:spPr>
        <a:xfrm>
          <a:off x="7581011" y="1635417"/>
          <a:ext cx="1513010" cy="132624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ctr" defTabSz="533400">
            <a:lnSpc>
              <a:spcPct val="90000"/>
            </a:lnSpc>
            <a:spcBef>
              <a:spcPct val="0"/>
            </a:spcBef>
            <a:spcAft>
              <a:spcPct val="35000"/>
            </a:spcAft>
            <a:buNone/>
          </a:pPr>
          <a:r>
            <a:rPr lang="fr-FR" sz="1400" kern="1200" dirty="0">
              <a:solidFill>
                <a:prstClr val="black">
                  <a:hueOff val="0"/>
                  <a:satOff val="0"/>
                  <a:lumOff val="0"/>
                  <a:alphaOff val="0"/>
                </a:prstClr>
              </a:solidFill>
              <a:latin typeface="Segoe UI"/>
              <a:ea typeface="+mn-ea"/>
              <a:cs typeface="+mn-cs"/>
            </a:rPr>
            <a:t>Tester des modèles plus avancés tels que les réseaux neuronaux convolutifs (CNN) ou récurrents (LSTM)</a:t>
          </a:r>
        </a:p>
      </dsp:txBody>
      <dsp:txXfrm>
        <a:off x="7581011" y="1635417"/>
        <a:ext cx="1513010" cy="1326242"/>
      </dsp:txXfrm>
    </dsp:sp>
    <dsp:sp modelId="{3E3F582B-05E6-4205-B019-229F8886EBC4}">
      <dsp:nvSpPr>
        <dsp:cNvPr id="0" name=""/>
        <dsp:cNvSpPr/>
      </dsp:nvSpPr>
      <dsp:spPr>
        <a:xfrm>
          <a:off x="8808548" y="1011303"/>
          <a:ext cx="285473" cy="285473"/>
        </a:xfrm>
        <a:prstGeom prst="triangle">
          <a:avLst>
            <a:gd name="adj" fmla="val 100000"/>
          </a:avLst>
        </a:prstGeom>
        <a:solidFill>
          <a:schemeClr val="accent5">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07B2C0B-CAF7-4A1D-AE8E-FFF6BEA78000}">
      <dsp:nvSpPr>
        <dsp:cNvPr id="0" name=""/>
        <dsp:cNvSpPr/>
      </dsp:nvSpPr>
      <dsp:spPr>
        <a:xfrm rot="5400000">
          <a:off x="9601353" y="676350"/>
          <a:ext cx="1007164" cy="1675898"/>
        </a:xfrm>
        <a:prstGeom prst="corner">
          <a:avLst>
            <a:gd name="adj1" fmla="val 16120"/>
            <a:gd name="adj2" fmla="val 16110"/>
          </a:avLst>
        </a:prstGeom>
        <a:solidFill>
          <a:schemeClr val="accent5">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853D801-137F-451C-854A-D3E4875557D6}">
      <dsp:nvSpPr>
        <dsp:cNvPr id="0" name=""/>
        <dsp:cNvSpPr/>
      </dsp:nvSpPr>
      <dsp:spPr>
        <a:xfrm>
          <a:off x="9433232" y="1177083"/>
          <a:ext cx="1513010" cy="132624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ctr" defTabSz="533400">
            <a:lnSpc>
              <a:spcPct val="90000"/>
            </a:lnSpc>
            <a:spcBef>
              <a:spcPct val="0"/>
            </a:spcBef>
            <a:spcAft>
              <a:spcPct val="35000"/>
            </a:spcAft>
            <a:buNone/>
          </a:pPr>
          <a:r>
            <a:rPr lang="fr-FR" sz="1400" kern="1200" dirty="0">
              <a:solidFill>
                <a:prstClr val="black">
                  <a:hueOff val="0"/>
                  <a:satOff val="0"/>
                  <a:lumOff val="0"/>
                  <a:alphaOff val="0"/>
                </a:prstClr>
              </a:solidFill>
              <a:latin typeface="Segoe UI"/>
              <a:ea typeface="+mn-ea"/>
              <a:cs typeface="+mn-cs"/>
            </a:rPr>
            <a:t>Combiner plusieurs modèles (par exemple, Random Forest et Gradient </a:t>
          </a:r>
          <a:r>
            <a:rPr lang="fr-FR" sz="1400" kern="1200" dirty="0" err="1">
              <a:solidFill>
                <a:prstClr val="black">
                  <a:hueOff val="0"/>
                  <a:satOff val="0"/>
                  <a:lumOff val="0"/>
                  <a:alphaOff val="0"/>
                </a:prstClr>
              </a:solidFill>
              <a:latin typeface="Segoe UI"/>
              <a:ea typeface="+mn-ea"/>
              <a:cs typeface="+mn-cs"/>
            </a:rPr>
            <a:t>Boosting</a:t>
          </a:r>
          <a:r>
            <a:rPr lang="fr-FR" sz="1400" kern="1200" dirty="0">
              <a:solidFill>
                <a:prstClr val="black">
                  <a:hueOff val="0"/>
                  <a:satOff val="0"/>
                  <a:lumOff val="0"/>
                  <a:alphaOff val="0"/>
                </a:prstClr>
              </a:solidFill>
              <a:latin typeface="Segoe UI"/>
              <a:ea typeface="+mn-ea"/>
              <a:cs typeface="+mn-cs"/>
            </a:rPr>
            <a:t>) pour tirer parti des forces de chacun et obtenir des prédictions plus robustes</a:t>
          </a:r>
        </a:p>
      </dsp:txBody>
      <dsp:txXfrm>
        <a:off x="9433232" y="1177083"/>
        <a:ext cx="1513010" cy="1326242"/>
      </dsp:txXfrm>
    </dsp:sp>
  </dsp:spTree>
</dsp:drawing>
</file>

<file path=ppt/diagrams/layout1.xml><?xml version="1.0" encoding="utf-8"?>
<dgm:layoutDef xmlns:dgm="http://schemas.openxmlformats.org/drawingml/2006/diagram" xmlns:a="http://schemas.openxmlformats.org/drawingml/2006/main" uniqueId="urn:microsoft.com/office/officeart/2018/5/layout/CenteredIconLabelDescriptionList">
  <dgm:title val="Centered Icon Label Description List"/>
  <dgm:desc val="Use to show non-sequential or grouped chunks of information. The placeholder holds an icon or small picture, and corresponding text boxes show Level 1 and Level 2 text respectively. Works well for minimal Level 1 text accompanied by lengthier Level two text."/>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if>
      <dgm:else name="Name2">
        <dgm:alg type="lin">
          <dgm:param type="linDir" val="fromR"/>
        </dgm:alg>
      </dgm:else>
    </dgm:choose>
    <dgm:shape xmlns:r="http://schemas.openxmlformats.org/officeDocument/2006/relationships" r:blip="">
      <dgm:adjLst/>
    </dgm:shape>
    <dgm:presOf/>
    <dgm:constrLst>
      <dgm:constr type="h" for="ch" forName="compNode" refType="h" fact="0.45"/>
      <dgm:constr type="w" for="ch" forName="compNode" val="120"/>
      <dgm:constr type="w" for="ch" forName="sibTrans" refType="w" refFor="ch" refForName="compNode" fact="0.175"/>
      <dgm:constr type="primFontSz" for="des" forName="parTx" val="36"/>
      <dgm:constr type="primFontSz" for="des" forName="desTx" refType="primFontSz" refFor="des" refForName="parTx" op="lte" fact="0.75"/>
      <dgm:constr type="h" for="des" forName="compNode" op="equ"/>
      <dgm:constr type="h" for="des" forName="iconRect" op="equ"/>
      <dgm:constr type="w" for="des" forName="iconRect" op="equ"/>
      <dgm:constr type="h" for="des" forName="iconSpace" op="equ"/>
      <dgm:constr type="h" for="des" forName="parTx" op="equ"/>
      <dgm:constr type="h" for="des" forName="txSpace" op="equ"/>
      <dgm:constr type="h" for="des" forName="desTx" op="equ"/>
    </dgm:constrLst>
    <dgm:ruleLst>
      <dgm:rule type="w" for="ch" forName="compNode" val="0" fact="NaN" max="NaN"/>
    </dgm:ruleLst>
    <dgm:forEach name="Name3" axis="ch" ptType="node">
      <dgm:layoutNode name="compNode">
        <dgm:alg type="composite"/>
        <dgm:shape xmlns:r="http://schemas.openxmlformats.org/officeDocument/2006/relationships" r:blip="">
          <dgm:adjLst/>
        </dgm:shape>
        <dgm:presOf axis="self"/>
        <dgm:constrLst>
          <dgm:constr type="w" for="ch" forName="iconRect" refType="w" fact="0.35"/>
          <dgm:constr type="h" for="ch" forName="iconRect" refType="w" refFor="ch" refForName="iconRect"/>
          <dgm:constr type="ctrX" for="ch" forName="iconRect" refType="w" fact="0.5"/>
          <dgm:constr type="t" for="ch" forName="iconRect"/>
          <dgm:constr type="w" for="ch" forName="iconSpace" refType="w"/>
          <dgm:constr type="h" for="ch" forName="iconSpace" refType="h" fact="0.043"/>
          <dgm:constr type="l" for="ch" forName="iconSpace"/>
          <dgm:constr type="t" for="ch" forName="iconSpace" refType="b" refFor="ch" refForName="iconRect"/>
          <dgm:constr type="w" for="ch" forName="parTx" refType="w"/>
          <dgm:constr type="h" for="ch" forName="parTx" refType="w" fact="0.15"/>
          <dgm:constr type="l" for="ch" forName="parTx"/>
          <dgm:constr type="t" for="ch" forName="parTx" refType="b" refFor="ch" refForName="iconSpace"/>
          <dgm:constr type="h" for="ch" forName="txSpace" refType="h" fact="0.02"/>
          <dgm:constr type="w" for="ch" forName="txSpace" refType="w"/>
          <dgm:constr type="l" for="ch" forName="txSpace"/>
          <dgm:constr type="t" for="ch" forName="txSpace" refType="b" refFor="ch" refForName="parTx"/>
          <dgm:constr type="w" for="ch" forName="desTx" refType="w"/>
          <dgm:constr type="l" for="ch" forName="desTx"/>
          <dgm:constr type="t" for="ch" forName="desTx" refType="b" refFor="ch" refForName="txSpace"/>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iconSpace">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4" fact="NaN" max="NaN"/>
            <dgm:rule type="h" val="INF" fact="NaN" max="NaN"/>
          </dgm:ruleLst>
        </dgm:layoutNode>
        <dgm:layoutNode name="txSpace">
          <dgm:alg type="sp"/>
          <dgm:shape xmlns:r="http://schemas.openxmlformats.org/officeDocument/2006/relationships" r:blip="">
            <dgm:adjLst/>
          </dgm:shape>
          <dgm:presOf/>
          <dgm:constrLst/>
          <dgm:ruleLst/>
        </dgm:layoutNode>
        <dgm:layoutNode name="desTx" styleLbl="revTx">
          <dgm:varLst/>
          <dgm:alg type="tx">
            <dgm:param type="stBulletLvl" val="0"/>
            <dgm:param type="txAnchorVert" val="t"/>
          </dgm:alg>
          <dgm:shape xmlns:r="http://schemas.openxmlformats.org/officeDocument/2006/relationships" type="rect" r:blip="">
            <dgm:adjLst/>
          </dgm:shape>
          <dgm:presOf axis="des" ptType="node"/>
          <dgm:constrLst>
            <dgm:constr type="secFontSz" refType="primFontSz"/>
            <dgm:constr type="lMarg"/>
            <dgm:constr type="rMarg"/>
            <dgm:constr type="tMarg"/>
            <dgm:constr type="bMarg"/>
          </dgm:constrLst>
          <dgm:ruleLst>
            <dgm:rule type="primFontSz" val="NaN" fact="NaN" max="17"/>
            <dgm:rule type="h" val="INF" fact="NaN" max="NaN"/>
          </dgm:ruleLst>
        </dgm:layoutNode>
      </dgm:layoutNode>
      <dgm:forEach name="Name4"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09/3/layout/StepUpProcess">
  <dgm:title val=""/>
  <dgm:desc val=""/>
  <dgm:catLst>
    <dgm:cat type="process" pri="1300"/>
  </dgm:catLst>
  <dgm:sampData>
    <dgm:dataModel>
      <dgm:ptLst>
        <dgm:pt modelId="0" type="doc"/>
        <dgm:pt modelId="10">
          <dgm:prSet phldr="1"/>
        </dgm:pt>
        <dgm:pt modelId="20">
          <dgm:prSet phldr="1"/>
        </dgm:pt>
        <dgm:pt modelId="30">
          <dgm:prSet phldr="1"/>
        </dgm:pt>
      </dgm:ptLst>
      <dgm:cxnLst>
        <dgm:cxn modelId="60" srcId="0" destId="10" srcOrd="0" destOrd="0"/>
        <dgm:cxn modelId="70" srcId="0" destId="20" srcOrd="1" destOrd="0"/>
        <dgm:cxn modelId="80" srcId="0" destId="30" srcOrd="2"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rootnode">
    <dgm:varLst>
      <dgm:chMax/>
      <dgm:chPref/>
      <dgm:dir/>
      <dgm:animLvl val="lvl"/>
    </dgm:varLst>
    <dgm:choose name="Name0">
      <dgm:if name="Name1" func="var" arg="dir" op="equ" val="norm">
        <dgm:alg type="snake">
          <dgm:param type="grDir" val="bL"/>
          <dgm:param type="flowDir" val="row"/>
          <dgm:param type="off" val="off"/>
          <dgm:param type="bkpt" val="fixed"/>
          <dgm:param type="bkPtFixedVal" val="1"/>
        </dgm:alg>
      </dgm:if>
      <dgm:else name="Name2">
        <dgm:alg type="snake">
          <dgm:param type="grDir" val="bR"/>
          <dgm:param type="flowDir" val="row"/>
          <dgm:param type="off" val="off"/>
          <dgm:param type="bkpt" val="fixed"/>
          <dgm:param type="bkPtFixedVal" val="1"/>
        </dgm:alg>
      </dgm:else>
    </dgm:choose>
    <dgm:shape xmlns:r="http://schemas.openxmlformats.org/officeDocument/2006/relationships" r:blip="">
      <dgm:adjLst/>
    </dgm:shape>
    <dgm:constrLst>
      <dgm:constr type="alignOff" forName="rootnode" val="1"/>
      <dgm:constr type="primFontSz" for="des" ptType="node" op="equ" val="65"/>
      <dgm:constr type="w" for="ch" forName="composite" refType="w"/>
      <dgm:constr type="h" for="ch" forName="composite" refType="h"/>
      <dgm:constr type="sp" refType="h" refFor="ch" refForName="composite" op="equ" fact="-0.765"/>
      <dgm:constr type="w" for="ch" forName="sibTrans" refType="w" fact="0.103"/>
      <dgm:constr type="h" for="ch" forName="sibTrans" refType="h" fact="0.103"/>
    </dgm:constrLst>
    <dgm:forEach name="nodesForEach" axis="ch" ptType="node">
      <dgm:layoutNode name="composite">
        <dgm:alg type="composite">
          <dgm:param type="ar" val="0.861"/>
        </dgm:alg>
        <dgm:shape xmlns:r="http://schemas.openxmlformats.org/officeDocument/2006/relationships" r:blip="">
          <dgm:adjLst/>
        </dgm:shape>
        <dgm:choose name="Name3">
          <dgm:if name="Name4" func="var" arg="dir" op="equ" val="norm">
            <dgm:constrLst>
              <dgm:constr type="l" for="ch" forName="LShape" refType="w" fact="0"/>
              <dgm:constr type="t" for="ch" forName="LShape" refType="h" fact="0.2347"/>
              <dgm:constr type="w" for="ch" forName="LShape" refType="w" fact="0.998"/>
              <dgm:constr type="h" for="ch" forName="LShape" refType="h" fact="0.5164"/>
              <dgm:constr type="r" for="ch" forName="ParentText" refType="w"/>
              <dgm:constr type="t" for="ch" forName="ParentText" refType="h" fact="0.32"/>
              <dgm:constr type="w" for="ch" forName="ParentText" refType="w" fact="0.901"/>
              <dgm:constr type="h" for="ch" forName="ParentText" refType="h" fact="0.68"/>
              <dgm:constr type="l" for="ch" forName="Triangle" refType="w" fact="0.83"/>
              <dgm:constr type="t" for="ch" forName="Triangle" refType="h" fact="0"/>
              <dgm:constr type="w" for="ch" forName="Triangle" refType="w" fact="0.17"/>
              <dgm:constr type="h" for="ch" forName="Triangle" refType="w" refFor="ch" refForName="Triangle"/>
            </dgm:constrLst>
          </dgm:if>
          <dgm:else name="Name5">
            <dgm:constrLst>
              <dgm:constr type="l" for="ch" forName="LShape" refType="w" fact="0.002"/>
              <dgm:constr type="t" for="ch" forName="LShape" refType="h" fact="0.2347"/>
              <dgm:constr type="w" for="ch" forName="LShape" refType="w"/>
              <dgm:constr type="h" for="ch" forName="LShape" refType="h" fact="0.5164"/>
              <dgm:constr type="l" for="ch" forName="ParentText" refType="w" fact="0"/>
              <dgm:constr type="t" for="ch" forName="ParentText" refType="h" fact="0.32"/>
              <dgm:constr type="w" for="ch" forName="ParentText" refType="w" fact="0.902"/>
              <dgm:constr type="h" for="ch" forName="ParentText" refType="h" fact="0.68"/>
              <dgm:constr type="l" for="ch" forName="Triangle" refType="w" fact="0"/>
              <dgm:constr type="t" for="ch" forName="Triangle" refType="h" fact="0"/>
              <dgm:constr type="w" for="ch" forName="Triangle" refType="w" fact="0.17"/>
              <dgm:constr type="h" for="ch" forName="Triangle" refType="w" refFor="ch" refForName="Triangle"/>
            </dgm:constrLst>
          </dgm:else>
        </dgm:choose>
        <dgm:layoutNode name="LShape" styleLbl="alignNode1">
          <dgm:alg type="sp"/>
          <dgm:choose name="Name6">
            <dgm:if name="Name7" func="var" arg="dir" op="equ" val="norm">
              <dgm:shape xmlns:r="http://schemas.openxmlformats.org/officeDocument/2006/relationships" rot="90" type="corner" r:blip="">
                <dgm:adjLst>
                  <dgm:adj idx="1" val="0.1612"/>
                  <dgm:adj idx="2" val="0.1611"/>
                </dgm:adjLst>
              </dgm:shape>
            </dgm:if>
            <dgm:else name="Name8">
              <dgm:shape xmlns:r="http://schemas.openxmlformats.org/officeDocument/2006/relationships" rot="180" type="corner" r:blip="">
                <dgm:adjLst>
                  <dgm:adj idx="1" val="0.1612"/>
                  <dgm:adj idx="2" val="0.1611"/>
                </dgm:adjLst>
              </dgm:shape>
            </dgm:else>
          </dgm:choose>
          <dgm:presOf/>
        </dgm:layoutNode>
        <dgm:layoutNode name="ParentText" styleLbl="revTx">
          <dgm:varLst>
            <dgm:chMax val="0"/>
            <dgm:chPref val="0"/>
            <dgm:bulletEnabled val="1"/>
          </dgm:varLst>
          <dgm:alg type="tx">
            <dgm:param type="parTxLTRAlign" val="l"/>
            <dgm:param type="txAnchorVert" val="t"/>
          </dgm:alg>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choose name="Name9">
          <dgm:if name="Name10" axis="followSib" ptType="node" func="cnt" op="gte" val="1">
            <dgm:layoutNode name="Triangle" styleLbl="alignNode1">
              <dgm:alg type="sp"/>
              <dgm:choose name="Name11">
                <dgm:if name="Name12" func="var" arg="dir" op="equ" val="norm">
                  <dgm:shape xmlns:r="http://schemas.openxmlformats.org/officeDocument/2006/relationships" type="triangle" r:blip="">
                    <dgm:adjLst>
                      <dgm:adj idx="1" val="1"/>
                    </dgm:adjLst>
                  </dgm:shape>
                </dgm:if>
                <dgm:else name="Name13">
                  <dgm:shape xmlns:r="http://schemas.openxmlformats.org/officeDocument/2006/relationships" rot="90" type="triangle" r:blip="">
                    <dgm:adjLst>
                      <dgm:adj idx="1" val="1"/>
                    </dgm:adjLst>
                  </dgm:shape>
                </dgm:else>
              </dgm:choose>
              <dgm:presOf/>
            </dgm:layoutNode>
          </dgm:if>
          <dgm:else name="Name14"/>
        </dgm:choose>
      </dgm:layoutNode>
      <dgm:forEach name="sibTransForEach" axis="followSib" ptType="sibTrans" cnt="1">
        <dgm:layoutNode name="sibTrans">
          <dgm:alg type="composite">
            <dgm:param type="ar" val="0.861"/>
          </dgm:alg>
          <dgm:constrLst>
            <dgm:constr type="w" for="ch" forName="space" refType="w"/>
            <dgm:constr type="h" for="ch" forName="space" refType="w"/>
          </dgm:constrLst>
          <dgm:layoutNode name="space" styleLbl="alignNode1">
            <dgm:alg type="sp"/>
            <dgm:shape xmlns:r="http://schemas.openxmlformats.org/officeDocument/2006/relationships" r:blip="">
              <dgm:adjLst/>
            </dgm:shape>
            <dgm:presOf/>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id-ID"/>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1C5D97C-74C4-4B87-B366-BAF53EC3A57C}" type="datetimeFigureOut">
              <a:rPr lang="id-ID" smtClean="0"/>
              <a:pPr/>
              <a:t>24/12/2024</a:t>
            </a:fld>
            <a:endParaRPr lang="id-ID"/>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id-ID"/>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id-ID"/>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id-ID"/>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F7B68FA-30E3-4BBD-A12D-0C5620D49226}" type="slidenum">
              <a:rPr lang="id-ID" smtClean="0"/>
              <a:pPr/>
              <a:t>‹N°›</a:t>
            </a:fld>
            <a:endParaRPr lang="id-ID"/>
          </a:p>
        </p:txBody>
      </p:sp>
    </p:spTree>
    <p:extLst>
      <p:ext uri="{BB962C8B-B14F-4D97-AF65-F5344CB8AC3E}">
        <p14:creationId xmlns:p14="http://schemas.microsoft.com/office/powerpoint/2010/main" val="40808690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CE5021F-E25F-42A6-94B5-F27B7D697569}" type="slidenum">
              <a:rPr kumimoji="0" lang="fr-F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fr-F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53669535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C7889EB-C3C9-4E81-91E9-918C4A0CD8A2}" type="slidenum">
              <a:rPr kumimoji="0" lang="id-ID"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id-ID"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20544826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fr-FR" dirty="0"/>
          </a:p>
        </p:txBody>
      </p:sp>
      <p:sp>
        <p:nvSpPr>
          <p:cNvPr id="4" name="Espace réservé du numéro de diapositive 3"/>
          <p:cNvSpPr>
            <a:spLocks noGrp="1"/>
          </p:cNvSpPr>
          <p:nvPr>
            <p:ph type="sldNum" sz="quarter" idx="5"/>
          </p:nvPr>
        </p:nvSpPr>
        <p:spPr/>
        <p:txBody>
          <a:bodyPr/>
          <a:lstStyle/>
          <a:p>
            <a:fld id="{2F7B68FA-30E3-4BBD-A12D-0C5620D49226}" type="slidenum">
              <a:rPr lang="id-ID" smtClean="0"/>
              <a:pPr/>
              <a:t>3</a:t>
            </a:fld>
            <a:endParaRPr lang="id-ID"/>
          </a:p>
        </p:txBody>
      </p:sp>
    </p:spTree>
    <p:extLst>
      <p:ext uri="{BB962C8B-B14F-4D97-AF65-F5344CB8AC3E}">
        <p14:creationId xmlns:p14="http://schemas.microsoft.com/office/powerpoint/2010/main" val="420617002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0" indent="0">
              <a:buFont typeface="Arial" panose="020B0604020202020204" pitchFamily="34" charset="0"/>
              <a:buNone/>
            </a:pPr>
            <a:endParaRPr lang="fr-FR" baseline="0" dirty="0"/>
          </a:p>
        </p:txBody>
      </p:sp>
      <p:sp>
        <p:nvSpPr>
          <p:cNvPr id="4" name="Espace réservé du numéro de diapositive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C7889EB-C3C9-4E81-91E9-918C4A0CD8A2}" type="slidenum">
              <a:rPr kumimoji="0" lang="id-ID"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id-ID"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81489721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B193CA-376E-799B-6CCC-2F1F979F0C48}"/>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F1E79757-0CAD-1B01-60E2-0C84EA9688AB}"/>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510616BD-9C8E-294B-D1D3-983B090EE3D1}"/>
              </a:ext>
            </a:extLst>
          </p:cNvPr>
          <p:cNvSpPr>
            <a:spLocks noGrp="1"/>
          </p:cNvSpPr>
          <p:nvPr>
            <p:ph type="body" idx="1"/>
          </p:nvPr>
        </p:nvSpPr>
        <p:spPr/>
        <p:txBody>
          <a:bodyPr/>
          <a:lstStyle/>
          <a:p>
            <a:pPr marL="0" indent="0">
              <a:buFont typeface="Arial" panose="020B0604020202020204" pitchFamily="34" charset="0"/>
              <a:buNone/>
            </a:pPr>
            <a:endParaRPr lang="fr-FR" baseline="0" dirty="0"/>
          </a:p>
        </p:txBody>
      </p:sp>
      <p:sp>
        <p:nvSpPr>
          <p:cNvPr id="4" name="Espace réservé du numéro de diapositive 3">
            <a:extLst>
              <a:ext uri="{FF2B5EF4-FFF2-40B4-BE49-F238E27FC236}">
                <a16:creationId xmlns:a16="http://schemas.microsoft.com/office/drawing/2014/main" id="{9DB49BC2-8D70-F3B5-FF14-55A1BDB48B2F}"/>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C7889EB-C3C9-4E81-91E9-918C4A0CD8A2}" type="slidenum">
              <a:rPr kumimoji="0" lang="id-ID"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id-ID"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2560570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538737-BA63-052E-4AA5-293F120E0337}"/>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1E5AFC7A-2677-DDD8-C7EA-65BAEAF91E47}"/>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AB925ECC-177A-9044-4D2F-3D02F945C7FC}"/>
              </a:ext>
            </a:extLst>
          </p:cNvPr>
          <p:cNvSpPr>
            <a:spLocks noGrp="1"/>
          </p:cNvSpPr>
          <p:nvPr>
            <p:ph type="body" idx="1"/>
          </p:nvPr>
        </p:nvSpPr>
        <p:spPr/>
        <p:txBody>
          <a:bodyPr/>
          <a:lstStyle/>
          <a:p>
            <a:pPr marL="0" indent="0">
              <a:buFont typeface="Arial" panose="020B0604020202020204" pitchFamily="34" charset="0"/>
              <a:buNone/>
            </a:pPr>
            <a:endParaRPr lang="fr-FR" baseline="0" dirty="0"/>
          </a:p>
        </p:txBody>
      </p:sp>
      <p:sp>
        <p:nvSpPr>
          <p:cNvPr id="4" name="Espace réservé du numéro de diapositive 3">
            <a:extLst>
              <a:ext uri="{FF2B5EF4-FFF2-40B4-BE49-F238E27FC236}">
                <a16:creationId xmlns:a16="http://schemas.microsoft.com/office/drawing/2014/main" id="{D8E79C6C-2A85-443D-2C0A-BF23E4C2E560}"/>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C7889EB-C3C9-4E81-91E9-918C4A0CD8A2}" type="slidenum">
              <a:rPr kumimoji="0" lang="id-ID"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id-ID"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80914640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fr-FR" dirty="0"/>
          </a:p>
        </p:txBody>
      </p:sp>
      <p:sp>
        <p:nvSpPr>
          <p:cNvPr id="4" name="Espace réservé du numéro de diapositive 3"/>
          <p:cNvSpPr>
            <a:spLocks noGrp="1"/>
          </p:cNvSpPr>
          <p:nvPr>
            <p:ph type="sldNum" sz="quarter" idx="5"/>
          </p:nvPr>
        </p:nvSpPr>
        <p:spPr/>
        <p:txBody>
          <a:bodyPr/>
          <a:lstStyle/>
          <a:p>
            <a:fld id="{2F7B68FA-30E3-4BBD-A12D-0C5620D49226}" type="slidenum">
              <a:rPr lang="id-ID" smtClean="0"/>
              <a:pPr/>
              <a:t>7</a:t>
            </a:fld>
            <a:endParaRPr lang="id-ID"/>
          </a:p>
        </p:txBody>
      </p:sp>
    </p:spTree>
    <p:extLst>
      <p:ext uri="{BB962C8B-B14F-4D97-AF65-F5344CB8AC3E}">
        <p14:creationId xmlns:p14="http://schemas.microsoft.com/office/powerpoint/2010/main" val="107042734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2800" dirty="0"/>
              <a:t>Nous avons utilisé le </a:t>
            </a:r>
            <a:r>
              <a:rPr lang="fr-FR" sz="2800" dirty="0" err="1"/>
              <a:t>dataset</a:t>
            </a:r>
            <a:r>
              <a:rPr lang="fr-FR" sz="2800" dirty="0"/>
              <a:t> UNSW-NB15, qui contient des données réseau simulant des scénarios normaux et des attaques (9 types d'attaques identifiés dans la colonne </a:t>
            </a:r>
            <a:r>
              <a:rPr lang="fr-FR" sz="2800" dirty="0" err="1"/>
              <a:t>attack_cat</a:t>
            </a:r>
            <a:r>
              <a:rPr lang="fr-FR" sz="2800" dirty="0"/>
              <a:t>). Ce </a:t>
            </a:r>
            <a:r>
              <a:rPr lang="fr-FR" sz="2800" dirty="0" err="1"/>
              <a:t>dataset</a:t>
            </a:r>
            <a:r>
              <a:rPr lang="fr-FR" sz="2800" dirty="0"/>
              <a:t> est largement utilisé pour évaluer les performances des modèles de détection d'intrusions</a:t>
            </a:r>
            <a:endParaRPr lang="fr-FR" sz="1800" b="0" dirty="0"/>
          </a:p>
        </p:txBody>
      </p:sp>
      <p:sp>
        <p:nvSpPr>
          <p:cNvPr id="4" name="Espace réservé du numéro de diapositive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C7889EB-C3C9-4E81-91E9-918C4A0CD8A2}" type="slidenum">
              <a:rPr kumimoji="0" lang="id-ID"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id-ID"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52971214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53F44E-03D9-049F-EF18-AC5A416A549F}"/>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E51112FB-7571-0C2D-A88D-530CA641A316}"/>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CD2B3D4D-008C-A764-4100-F4489D0EE7BF}"/>
              </a:ext>
            </a:extLst>
          </p:cNvPr>
          <p:cNvSpPr>
            <a:spLocks noGrp="1"/>
          </p:cNvSpPr>
          <p:nvPr>
            <p:ph type="body" idx="1"/>
          </p:nvPr>
        </p:nvSpPr>
        <p:spPr/>
        <p:txBody>
          <a:bodyPr/>
          <a:lstStyle/>
          <a:p>
            <a:pPr marL="457200" marR="0" lvl="0"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fr-FR" sz="2800" dirty="0"/>
              <a:t>Lors de l'analyse des données, </a:t>
            </a:r>
            <a:r>
              <a:rPr lang="fr-FR" sz="4000" dirty="0"/>
              <a:t>Nous avons constaté un déséquilibre important dans les données : la classe 'Normal' était largement majoritaire par rapport aux catégories d'attaques, ce qui rendait difficile pour le modèle de détecter les attaques et le conduisait à prédire presque toujours la classe 'Normal’.</a:t>
            </a:r>
          </a:p>
          <a:p>
            <a:pPr marL="457200" marR="0" lvl="0"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fr-FR" sz="4000" dirty="0"/>
              <a:t>La classe 'Normal' est la plus représentée, ce qui a conduit à un déséquilibre dans le modèle. Ce déséquilibre a entraîné une prédiction excessive de la classe 'Normal', en négligeant les autres types d'attaques. Ce problème a été corrigé avec l'utilisation de la méthode SMOTE.</a:t>
            </a:r>
            <a:endParaRPr lang="fr-FR" sz="2800" b="0" dirty="0"/>
          </a:p>
          <a:p>
            <a:pPr marL="457200" marR="0" lvl="0"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fr-FR" sz="2800" dirty="0"/>
              <a:t>Pour résoudre ce déséquilibre, nous avons utilisé SMOTE, une méthode qui crée des exemples artificiels pour les classes minoritaires, ce qui a permis d'équilibrer les données et d'améliorer l'apprentissage du modèle.</a:t>
            </a:r>
          </a:p>
          <a:p>
            <a:pPr marL="457200" marR="0" lvl="0"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fr-FR" sz="1800" b="0" dirty="0"/>
          </a:p>
        </p:txBody>
      </p:sp>
      <p:sp>
        <p:nvSpPr>
          <p:cNvPr id="4" name="Espace réservé du numéro de diapositive 3">
            <a:extLst>
              <a:ext uri="{FF2B5EF4-FFF2-40B4-BE49-F238E27FC236}">
                <a16:creationId xmlns:a16="http://schemas.microsoft.com/office/drawing/2014/main" id="{7C2613D0-33EE-6AD5-A756-CBA4658BB3A5}"/>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C7889EB-C3C9-4E81-91E9-918C4A0CD8A2}" type="slidenum">
              <a:rPr kumimoji="0" lang="id-ID"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id-ID"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35507592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D958AE-E4C4-E71E-F6DB-966A1406760E}"/>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9088DB95-C503-A887-13BB-DF0EF57C9546}"/>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47CBB7D3-EB43-7B21-1019-512CC00DA197}"/>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800" kern="100" dirty="0">
                <a:effectLst/>
                <a:latin typeface="Times New Roman" panose="02020603050405020304" pitchFamily="18" charset="0"/>
                <a:ea typeface="Calibri" panose="020F0502020204030204" pitchFamily="34" charset="0"/>
                <a:cs typeface="Arial" panose="020B0604020202020204" pitchFamily="34" charset="0"/>
              </a:rPr>
              <a:t>Cette visualisation met en évidence le nombre de valeurs manquantes parmi les 10 caractéristiques principales. Si aucune valeur manquante n'est détectée, un message est affiché dans le graphe, confirmant que les données sont complètes et prêtes pour l’analyse.</a:t>
            </a:r>
            <a:endParaRPr lang="fr-FR" sz="1800" kern="100" dirty="0">
              <a:effectLst/>
              <a:latin typeface="Calibri" panose="020F0502020204030204" pitchFamily="34" charset="0"/>
              <a:ea typeface="Calibri" panose="020F0502020204030204" pitchFamily="34" charset="0"/>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fr-FR" sz="1800" b="0" dirty="0"/>
          </a:p>
        </p:txBody>
      </p:sp>
      <p:sp>
        <p:nvSpPr>
          <p:cNvPr id="4" name="Espace réservé du numéro de diapositive 3">
            <a:extLst>
              <a:ext uri="{FF2B5EF4-FFF2-40B4-BE49-F238E27FC236}">
                <a16:creationId xmlns:a16="http://schemas.microsoft.com/office/drawing/2014/main" id="{F7E6DA89-F4E1-15D1-4410-49E01B15CDC7}"/>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C7889EB-C3C9-4E81-91E9-918C4A0CD8A2}" type="slidenum">
              <a:rPr kumimoji="0" lang="id-ID"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id-ID"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63729324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94D635-9803-E3EB-FE5A-ED47985C5AB8}"/>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F6E46B60-177F-3908-A7B9-114E0B26E824}"/>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E0CA839B-E8B8-6B31-52F6-548EA1B3AE2A}"/>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800" kern="100" dirty="0">
                <a:effectLst/>
                <a:latin typeface="Times New Roman" panose="02020603050405020304" pitchFamily="18" charset="0"/>
                <a:ea typeface="Calibri" panose="020F0502020204030204" pitchFamily="34" charset="0"/>
              </a:rPr>
              <a:t>Le </a:t>
            </a:r>
            <a:r>
              <a:rPr lang="fr-FR" sz="1800" kern="100" dirty="0" err="1">
                <a:effectLst/>
                <a:latin typeface="Times New Roman" panose="02020603050405020304" pitchFamily="18" charset="0"/>
                <a:ea typeface="Calibri" panose="020F0502020204030204" pitchFamily="34" charset="0"/>
              </a:rPr>
              <a:t>heatmap</a:t>
            </a:r>
            <a:r>
              <a:rPr lang="fr-FR" sz="1800" kern="100" dirty="0">
                <a:effectLst/>
                <a:latin typeface="Times New Roman" panose="02020603050405020304" pitchFamily="18" charset="0"/>
                <a:ea typeface="Calibri" panose="020F0502020204030204" pitchFamily="34" charset="0"/>
              </a:rPr>
              <a:t> montre les relations entre les caractéristiques importantes. Une corrélation élevée (positive ou négative) entre certaines variables peut indiquer des dépendances fortes ou une redondance, tandis qu'une faible corrélation peut suggérer une indépendance relative</a:t>
            </a:r>
            <a:endParaRPr lang="fr-FR" sz="1800" b="0" dirty="0"/>
          </a:p>
        </p:txBody>
      </p:sp>
      <p:sp>
        <p:nvSpPr>
          <p:cNvPr id="4" name="Espace réservé du numéro de diapositive 3">
            <a:extLst>
              <a:ext uri="{FF2B5EF4-FFF2-40B4-BE49-F238E27FC236}">
                <a16:creationId xmlns:a16="http://schemas.microsoft.com/office/drawing/2014/main" id="{EE5CC88D-C04B-0CB1-553B-B6C34E95DECC}"/>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C7889EB-C3C9-4E81-91E9-918C4A0CD8A2}" type="slidenum">
              <a:rPr kumimoji="0" lang="id-ID"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id-ID"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6416878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fr-FR" dirty="0"/>
          </a:p>
        </p:txBody>
      </p:sp>
      <p:sp>
        <p:nvSpPr>
          <p:cNvPr id="4" name="Espace réservé du numéro de diapositive 3"/>
          <p:cNvSpPr>
            <a:spLocks noGrp="1"/>
          </p:cNvSpPr>
          <p:nvPr>
            <p:ph type="sldNum" sz="quarter" idx="5"/>
          </p:nvPr>
        </p:nvSpPr>
        <p:spPr/>
        <p:txBody>
          <a:bodyPr/>
          <a:lstStyle/>
          <a:p>
            <a:fld id="{2F7B68FA-30E3-4BBD-A12D-0C5620D49226}" type="slidenum">
              <a:rPr lang="id-ID" smtClean="0"/>
              <a:pPr/>
              <a:t>12</a:t>
            </a:fld>
            <a:endParaRPr lang="id-ID"/>
          </a:p>
        </p:txBody>
      </p:sp>
    </p:spTree>
    <p:extLst>
      <p:ext uri="{BB962C8B-B14F-4D97-AF65-F5344CB8AC3E}">
        <p14:creationId xmlns:p14="http://schemas.microsoft.com/office/powerpoint/2010/main" val="151567238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fr-FR" dirty="0"/>
          </a:p>
        </p:txBody>
      </p:sp>
      <p:sp>
        <p:nvSpPr>
          <p:cNvPr id="4" name="Espace réservé du numéro de diapositive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C7889EB-C3C9-4E81-91E9-918C4A0CD8A2}" type="slidenum">
              <a:rPr kumimoji="0" lang="id-ID"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id-ID"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2907453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6C2FCF-80CC-517A-D1DE-64F058B6F49A}"/>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7DF2864D-6404-BA80-9990-2656FFDFCCB4}"/>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9EE01D45-CBDE-6FD3-D04D-11C434B8AE21}"/>
              </a:ext>
            </a:extLst>
          </p:cNvPr>
          <p:cNvSpPr>
            <a:spLocks noGrp="1"/>
          </p:cNvSpPr>
          <p:nvPr>
            <p:ph type="body" idx="1"/>
          </p:nvPr>
        </p:nvSpPr>
        <p:spPr/>
        <p:txBody>
          <a:bodyPr/>
          <a:lstStyle/>
          <a:p>
            <a:pPr>
              <a:lnSpc>
                <a:spcPct val="150000"/>
              </a:lnSpc>
            </a:pPr>
            <a:r>
              <a:rPr lang="fr-FR" dirty="0"/>
              <a:t>Pour réaliser ce rapport ,nous avons compris la structure ……</a:t>
            </a:r>
          </a:p>
        </p:txBody>
      </p:sp>
      <p:sp>
        <p:nvSpPr>
          <p:cNvPr id="4" name="Espace réservé du numéro de diapositive 3">
            <a:extLst>
              <a:ext uri="{FF2B5EF4-FFF2-40B4-BE49-F238E27FC236}">
                <a16:creationId xmlns:a16="http://schemas.microsoft.com/office/drawing/2014/main" id="{4B0C4809-18BF-C5BA-A198-9B5509FB7BE8}"/>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C7889EB-C3C9-4E81-91E9-918C4A0CD8A2}" type="slidenum">
              <a:rPr kumimoji="0" lang="id-ID"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id-ID"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22094612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a:lnSpc>
                <a:spcPct val="150000"/>
              </a:lnSpc>
            </a:pPr>
            <a:r>
              <a:rPr lang="fr-FR" dirty="0"/>
              <a:t>Améliorations et Suggestions :</a:t>
            </a:r>
          </a:p>
          <a:p>
            <a:pPr>
              <a:lnSpc>
                <a:spcPct val="150000"/>
              </a:lnSpc>
            </a:pPr>
            <a:r>
              <a:rPr lang="fr-FR" dirty="0"/>
              <a:t>Tester des modèles plus avancés, tels que les réseaux neuronaux convolutifs (CNN) ou récurrents (LSTM), pour mieux capturer les relations temporelles et séquentielles des données.</a:t>
            </a:r>
          </a:p>
          <a:p>
            <a:pPr>
              <a:lnSpc>
                <a:spcPct val="150000"/>
              </a:lnSpc>
            </a:pPr>
            <a:r>
              <a:rPr lang="fr-FR" dirty="0"/>
              <a:t>Intégrer un module de détection en temps réel, capable de surveiller et d’analyser les flux réseau directement.</a:t>
            </a:r>
          </a:p>
          <a:p>
            <a:pPr>
              <a:lnSpc>
                <a:spcPct val="150000"/>
              </a:lnSpc>
            </a:pPr>
            <a:r>
              <a:rPr lang="fr-FR" dirty="0"/>
              <a:t>Ajouter des mécanismes explicatifs pour interpréter et justifier les prédictions du modèle, ce qui renforcera la confiance des utilisateurs.</a:t>
            </a:r>
          </a:p>
          <a:p>
            <a:pPr>
              <a:lnSpc>
                <a:spcPct val="150000"/>
              </a:lnSpc>
            </a:pPr>
            <a:r>
              <a:rPr lang="fr-FR" dirty="0"/>
              <a:t>Automatiser la mise à jour des données et des paramètres du modèle afin de garantir une adaptation continue aux nouvelles menaces.</a:t>
            </a:r>
          </a:p>
        </p:txBody>
      </p:sp>
      <p:sp>
        <p:nvSpPr>
          <p:cNvPr id="4" name="Espace réservé du numéro de diapositive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C7889EB-C3C9-4E81-91E9-918C4A0CD8A2}" type="slidenum">
              <a:rPr kumimoji="0" lang="id-ID"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id-ID"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57526223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D5C766-E31D-8A83-02AB-85E0522B147E}"/>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C95E988F-9FCF-7D51-97AE-CC24E22FE1DC}"/>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F684DC36-2CD5-AA88-4DF6-B29F4366ACC7}"/>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3789EA55-49A8-829C-3302-BB00D0DD0BB7}"/>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CE5021F-E25F-42A6-94B5-F27B7D697569}" type="slidenum">
              <a:rPr kumimoji="0" lang="fr-F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fr-F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89116429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06DD4E-27C3-4172-A5EA-06A4687DE2C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980BBF47-3956-48BE-85E0-38281F50D8E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FD79A47F-C029-426F-BBB9-96835C664A96}"/>
              </a:ext>
            </a:extLst>
          </p:cNvPr>
          <p:cNvSpPr>
            <a:spLocks noGrp="1"/>
          </p:cNvSpPr>
          <p:nvPr>
            <p:ph type="dt" sz="half" idx="10"/>
          </p:nvPr>
        </p:nvSpPr>
        <p:spPr/>
        <p:txBody>
          <a:bodyPr/>
          <a:lstStyle/>
          <a:p>
            <a:fld id="{613D84E3-1DE8-4F33-A884-614083C34056}" type="datetimeFigureOut">
              <a:rPr lang="en-US" smtClean="0"/>
              <a:pPr/>
              <a:t>12/24/2024</a:t>
            </a:fld>
            <a:endParaRPr lang="en-US"/>
          </a:p>
        </p:txBody>
      </p:sp>
      <p:sp>
        <p:nvSpPr>
          <p:cNvPr id="5" name="Footer Placeholder 4">
            <a:extLst>
              <a:ext uri="{FF2B5EF4-FFF2-40B4-BE49-F238E27FC236}">
                <a16:creationId xmlns:a16="http://schemas.microsoft.com/office/drawing/2014/main" id="{FD85C33E-01C1-4C4C-A27C-76F8A1BFFFA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CE18F9C-22E6-4486-9013-3CC0AA325D5E}"/>
              </a:ext>
            </a:extLst>
          </p:cNvPr>
          <p:cNvSpPr>
            <a:spLocks noGrp="1"/>
          </p:cNvSpPr>
          <p:nvPr>
            <p:ph type="sldNum" sz="quarter" idx="12"/>
          </p:nvPr>
        </p:nvSpPr>
        <p:spPr/>
        <p:txBody>
          <a:bodyPr/>
          <a:lstStyle/>
          <a:p>
            <a:fld id="{5A9078B4-09E3-4E92-BBC9-74AC7508B2E8}" type="slidenum">
              <a:rPr lang="en-US" smtClean="0"/>
              <a:pPr/>
              <a:t>‹N°›</a:t>
            </a:fld>
            <a:endParaRPr lang="en-US"/>
          </a:p>
        </p:txBody>
      </p:sp>
    </p:spTree>
    <p:extLst>
      <p:ext uri="{BB962C8B-B14F-4D97-AF65-F5344CB8AC3E}">
        <p14:creationId xmlns:p14="http://schemas.microsoft.com/office/powerpoint/2010/main" val="771657264"/>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9D353B-ABC3-44AD-99B2-1F71C106873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638F164-5992-4860-85C0-F3EFE68D640E}"/>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93284E8-7FB5-4841-98C6-1A8F83F53D91}"/>
              </a:ext>
            </a:extLst>
          </p:cNvPr>
          <p:cNvSpPr>
            <a:spLocks noGrp="1"/>
          </p:cNvSpPr>
          <p:nvPr>
            <p:ph type="dt" sz="half" idx="10"/>
          </p:nvPr>
        </p:nvSpPr>
        <p:spPr/>
        <p:txBody>
          <a:bodyPr/>
          <a:lstStyle/>
          <a:p>
            <a:fld id="{613D84E3-1DE8-4F33-A884-614083C34056}" type="datetimeFigureOut">
              <a:rPr lang="en-US" smtClean="0"/>
              <a:pPr/>
              <a:t>12/24/2024</a:t>
            </a:fld>
            <a:endParaRPr lang="en-US"/>
          </a:p>
        </p:txBody>
      </p:sp>
      <p:sp>
        <p:nvSpPr>
          <p:cNvPr id="5" name="Footer Placeholder 4">
            <a:extLst>
              <a:ext uri="{FF2B5EF4-FFF2-40B4-BE49-F238E27FC236}">
                <a16:creationId xmlns:a16="http://schemas.microsoft.com/office/drawing/2014/main" id="{EF96E8AB-4F18-46F8-8033-59F187ADCB3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7DAAA37-F541-43E2-8349-1A03A752A4AA}"/>
              </a:ext>
            </a:extLst>
          </p:cNvPr>
          <p:cNvSpPr>
            <a:spLocks noGrp="1"/>
          </p:cNvSpPr>
          <p:nvPr>
            <p:ph type="sldNum" sz="quarter" idx="12"/>
          </p:nvPr>
        </p:nvSpPr>
        <p:spPr/>
        <p:txBody>
          <a:bodyPr/>
          <a:lstStyle/>
          <a:p>
            <a:fld id="{5A9078B4-09E3-4E92-BBC9-74AC7508B2E8}" type="slidenum">
              <a:rPr lang="en-US" smtClean="0"/>
              <a:pPr/>
              <a:t>‹N°›</a:t>
            </a:fld>
            <a:endParaRPr lang="en-US"/>
          </a:p>
        </p:txBody>
      </p:sp>
    </p:spTree>
    <p:extLst>
      <p:ext uri="{BB962C8B-B14F-4D97-AF65-F5344CB8AC3E}">
        <p14:creationId xmlns:p14="http://schemas.microsoft.com/office/powerpoint/2010/main" val="1404006023"/>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3043FA-9A9D-42D8-AB2F-CCBBD3FC155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2A75512A-3345-4408-9463-F0D07CA5599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4FAB60A9-D8BC-4CC7-9C38-39C0331F4C79}"/>
              </a:ext>
            </a:extLst>
          </p:cNvPr>
          <p:cNvSpPr>
            <a:spLocks noGrp="1"/>
          </p:cNvSpPr>
          <p:nvPr>
            <p:ph type="dt" sz="half" idx="10"/>
          </p:nvPr>
        </p:nvSpPr>
        <p:spPr/>
        <p:txBody>
          <a:bodyPr/>
          <a:lstStyle/>
          <a:p>
            <a:fld id="{613D84E3-1DE8-4F33-A884-614083C34056}" type="datetimeFigureOut">
              <a:rPr lang="en-US" smtClean="0"/>
              <a:pPr/>
              <a:t>12/24/2024</a:t>
            </a:fld>
            <a:endParaRPr lang="en-US"/>
          </a:p>
        </p:txBody>
      </p:sp>
      <p:sp>
        <p:nvSpPr>
          <p:cNvPr id="5" name="Footer Placeholder 4">
            <a:extLst>
              <a:ext uri="{FF2B5EF4-FFF2-40B4-BE49-F238E27FC236}">
                <a16:creationId xmlns:a16="http://schemas.microsoft.com/office/drawing/2014/main" id="{B2F167BD-120D-4114-8F01-7BA8205BB7E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D169E4D-44EE-4E0A-AA9C-6DCD99DB8034}"/>
              </a:ext>
            </a:extLst>
          </p:cNvPr>
          <p:cNvSpPr>
            <a:spLocks noGrp="1"/>
          </p:cNvSpPr>
          <p:nvPr>
            <p:ph type="sldNum" sz="quarter" idx="12"/>
          </p:nvPr>
        </p:nvSpPr>
        <p:spPr/>
        <p:txBody>
          <a:bodyPr/>
          <a:lstStyle/>
          <a:p>
            <a:fld id="{5A9078B4-09E3-4E92-BBC9-74AC7508B2E8}" type="slidenum">
              <a:rPr lang="en-US" smtClean="0"/>
              <a:pPr/>
              <a:t>‹N°›</a:t>
            </a:fld>
            <a:endParaRPr lang="en-US"/>
          </a:p>
        </p:txBody>
      </p:sp>
    </p:spTree>
    <p:extLst>
      <p:ext uri="{BB962C8B-B14F-4D97-AF65-F5344CB8AC3E}">
        <p14:creationId xmlns:p14="http://schemas.microsoft.com/office/powerpoint/2010/main" val="731134171"/>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F4C7C0-7B0E-4D5B-937E-65760FCF912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2D8E08B-C867-464B-B460-8C777A71AC9D}"/>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5E1AD5A-FCAB-4374-AAC8-6CBD67FE2F51}"/>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AF2AEDC-9E86-4C90-AAB4-E76AB572A5D3}"/>
              </a:ext>
            </a:extLst>
          </p:cNvPr>
          <p:cNvSpPr>
            <a:spLocks noGrp="1"/>
          </p:cNvSpPr>
          <p:nvPr>
            <p:ph type="dt" sz="half" idx="10"/>
          </p:nvPr>
        </p:nvSpPr>
        <p:spPr/>
        <p:txBody>
          <a:bodyPr/>
          <a:lstStyle/>
          <a:p>
            <a:fld id="{613D84E3-1DE8-4F33-A884-614083C34056}" type="datetimeFigureOut">
              <a:rPr lang="en-US" smtClean="0"/>
              <a:pPr/>
              <a:t>12/24/2024</a:t>
            </a:fld>
            <a:endParaRPr lang="en-US"/>
          </a:p>
        </p:txBody>
      </p:sp>
      <p:sp>
        <p:nvSpPr>
          <p:cNvPr id="6" name="Footer Placeholder 5">
            <a:extLst>
              <a:ext uri="{FF2B5EF4-FFF2-40B4-BE49-F238E27FC236}">
                <a16:creationId xmlns:a16="http://schemas.microsoft.com/office/drawing/2014/main" id="{5B53F756-F107-4DCC-808C-49761084CD3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6AFA7FF-E024-48FC-8A04-ABAEA477C070}"/>
              </a:ext>
            </a:extLst>
          </p:cNvPr>
          <p:cNvSpPr>
            <a:spLocks noGrp="1"/>
          </p:cNvSpPr>
          <p:nvPr>
            <p:ph type="sldNum" sz="quarter" idx="12"/>
          </p:nvPr>
        </p:nvSpPr>
        <p:spPr/>
        <p:txBody>
          <a:bodyPr/>
          <a:lstStyle/>
          <a:p>
            <a:fld id="{5A9078B4-09E3-4E92-BBC9-74AC7508B2E8}" type="slidenum">
              <a:rPr lang="en-US" smtClean="0"/>
              <a:pPr/>
              <a:t>‹N°›</a:t>
            </a:fld>
            <a:endParaRPr lang="en-US"/>
          </a:p>
        </p:txBody>
      </p:sp>
    </p:spTree>
    <p:extLst>
      <p:ext uri="{BB962C8B-B14F-4D97-AF65-F5344CB8AC3E}">
        <p14:creationId xmlns:p14="http://schemas.microsoft.com/office/powerpoint/2010/main" val="3018785185"/>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28B3DC-A1A2-4178-BC9C-18D28A5CAE0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F8DF5056-601E-48C9-8177-A4DDD8BE015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D94C52C1-85F8-4074-B0F2-2412533EAF33}"/>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CEC94D1-8771-4A8C-B032-A9D0D623B30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94065715-8350-4A91-84C1-9D43CEFF15B0}"/>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19404AC-C928-4B49-8FE2-6236075715E6}"/>
              </a:ext>
            </a:extLst>
          </p:cNvPr>
          <p:cNvSpPr>
            <a:spLocks noGrp="1"/>
          </p:cNvSpPr>
          <p:nvPr>
            <p:ph type="dt" sz="half" idx="10"/>
          </p:nvPr>
        </p:nvSpPr>
        <p:spPr/>
        <p:txBody>
          <a:bodyPr/>
          <a:lstStyle/>
          <a:p>
            <a:fld id="{613D84E3-1DE8-4F33-A884-614083C34056}" type="datetimeFigureOut">
              <a:rPr lang="en-US" smtClean="0"/>
              <a:pPr/>
              <a:t>12/24/2024</a:t>
            </a:fld>
            <a:endParaRPr lang="en-US"/>
          </a:p>
        </p:txBody>
      </p:sp>
      <p:sp>
        <p:nvSpPr>
          <p:cNvPr id="8" name="Footer Placeholder 7">
            <a:extLst>
              <a:ext uri="{FF2B5EF4-FFF2-40B4-BE49-F238E27FC236}">
                <a16:creationId xmlns:a16="http://schemas.microsoft.com/office/drawing/2014/main" id="{5AD8F014-6D2F-43FC-904F-C2B5DFDD6B3E}"/>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F814FBA-D065-4FA3-B2A4-B3A14F9E339D}"/>
              </a:ext>
            </a:extLst>
          </p:cNvPr>
          <p:cNvSpPr>
            <a:spLocks noGrp="1"/>
          </p:cNvSpPr>
          <p:nvPr>
            <p:ph type="sldNum" sz="quarter" idx="12"/>
          </p:nvPr>
        </p:nvSpPr>
        <p:spPr/>
        <p:txBody>
          <a:bodyPr/>
          <a:lstStyle/>
          <a:p>
            <a:fld id="{5A9078B4-09E3-4E92-BBC9-74AC7508B2E8}" type="slidenum">
              <a:rPr lang="en-US" smtClean="0"/>
              <a:pPr/>
              <a:t>‹N°›</a:t>
            </a:fld>
            <a:endParaRPr lang="en-US"/>
          </a:p>
        </p:txBody>
      </p:sp>
    </p:spTree>
    <p:extLst>
      <p:ext uri="{BB962C8B-B14F-4D97-AF65-F5344CB8AC3E}">
        <p14:creationId xmlns:p14="http://schemas.microsoft.com/office/powerpoint/2010/main" val="1229783043"/>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7" name="Picture Placeholder 32">
            <a:extLst>
              <a:ext uri="{FF2B5EF4-FFF2-40B4-BE49-F238E27FC236}">
                <a16:creationId xmlns:a16="http://schemas.microsoft.com/office/drawing/2014/main" id="{F807600B-B6CF-4A17-895F-005923394515}"/>
              </a:ext>
            </a:extLst>
          </p:cNvPr>
          <p:cNvSpPr>
            <a:spLocks noGrp="1"/>
          </p:cNvSpPr>
          <p:nvPr>
            <p:ph type="pic" sz="quarter" idx="17"/>
          </p:nvPr>
        </p:nvSpPr>
        <p:spPr>
          <a:xfrm>
            <a:off x="9888045" y="3109019"/>
            <a:ext cx="1050925" cy="819150"/>
          </a:xfrm>
        </p:spPr>
        <p:txBody>
          <a:bodyPr anchor="ctr">
            <a:normAutofit/>
          </a:bodyPr>
          <a:lstStyle>
            <a:lvl1pPr marL="0" indent="0" algn="ctr">
              <a:buNone/>
              <a:defRPr sz="1200"/>
            </a:lvl1pPr>
          </a:lstStyle>
          <a:p>
            <a:endParaRPr lang="en-US"/>
          </a:p>
        </p:txBody>
      </p:sp>
      <p:sp>
        <p:nvSpPr>
          <p:cNvPr id="36" name="Picture Placeholder 32">
            <a:extLst>
              <a:ext uri="{FF2B5EF4-FFF2-40B4-BE49-F238E27FC236}">
                <a16:creationId xmlns:a16="http://schemas.microsoft.com/office/drawing/2014/main" id="{A6F9CD3E-4C01-47E9-8E53-8FE1715DECEE}"/>
              </a:ext>
            </a:extLst>
          </p:cNvPr>
          <p:cNvSpPr>
            <a:spLocks noGrp="1"/>
          </p:cNvSpPr>
          <p:nvPr>
            <p:ph type="pic" sz="quarter" idx="16"/>
          </p:nvPr>
        </p:nvSpPr>
        <p:spPr>
          <a:xfrm>
            <a:off x="7009379" y="3109019"/>
            <a:ext cx="1050925" cy="819150"/>
          </a:xfrm>
        </p:spPr>
        <p:txBody>
          <a:bodyPr anchor="ctr">
            <a:normAutofit/>
          </a:bodyPr>
          <a:lstStyle>
            <a:lvl1pPr marL="0" indent="0" algn="ctr">
              <a:buNone/>
              <a:defRPr sz="1200"/>
            </a:lvl1pPr>
          </a:lstStyle>
          <a:p>
            <a:endParaRPr lang="en-US"/>
          </a:p>
        </p:txBody>
      </p:sp>
      <p:sp>
        <p:nvSpPr>
          <p:cNvPr id="35" name="Picture Placeholder 32">
            <a:extLst>
              <a:ext uri="{FF2B5EF4-FFF2-40B4-BE49-F238E27FC236}">
                <a16:creationId xmlns:a16="http://schemas.microsoft.com/office/drawing/2014/main" id="{2D71831C-D257-4741-9FE5-6C91A558E809}"/>
              </a:ext>
            </a:extLst>
          </p:cNvPr>
          <p:cNvSpPr>
            <a:spLocks noGrp="1"/>
          </p:cNvSpPr>
          <p:nvPr>
            <p:ph type="pic" sz="quarter" idx="15"/>
          </p:nvPr>
        </p:nvSpPr>
        <p:spPr>
          <a:xfrm>
            <a:off x="4130713" y="3109019"/>
            <a:ext cx="1050925" cy="819150"/>
          </a:xfrm>
        </p:spPr>
        <p:txBody>
          <a:bodyPr anchor="ctr">
            <a:normAutofit/>
          </a:bodyPr>
          <a:lstStyle>
            <a:lvl1pPr marL="0" indent="0" algn="ctr">
              <a:buNone/>
              <a:defRPr sz="1200"/>
            </a:lvl1pPr>
          </a:lstStyle>
          <a:p>
            <a:endParaRPr lang="en-US"/>
          </a:p>
        </p:txBody>
      </p:sp>
      <p:sp>
        <p:nvSpPr>
          <p:cNvPr id="34" name="Picture Placeholder 32">
            <a:extLst>
              <a:ext uri="{FF2B5EF4-FFF2-40B4-BE49-F238E27FC236}">
                <a16:creationId xmlns:a16="http://schemas.microsoft.com/office/drawing/2014/main" id="{55AE3507-758E-476B-B0C7-A455CB878387}"/>
              </a:ext>
            </a:extLst>
          </p:cNvPr>
          <p:cNvSpPr>
            <a:spLocks noGrp="1"/>
          </p:cNvSpPr>
          <p:nvPr>
            <p:ph type="pic" sz="quarter" idx="14"/>
          </p:nvPr>
        </p:nvSpPr>
        <p:spPr>
          <a:xfrm>
            <a:off x="1253030" y="3109019"/>
            <a:ext cx="1050925" cy="819150"/>
          </a:xfrm>
        </p:spPr>
        <p:txBody>
          <a:bodyPr anchor="ctr">
            <a:normAutofit/>
          </a:bodyPr>
          <a:lstStyle>
            <a:lvl1pPr marL="0" indent="0" algn="ctr">
              <a:buNone/>
              <a:defRPr sz="1200"/>
            </a:lvl1pPr>
          </a:lstStyle>
          <a:p>
            <a:endParaRPr lang="en-US"/>
          </a:p>
        </p:txBody>
      </p:sp>
      <p:sp>
        <p:nvSpPr>
          <p:cNvPr id="33" name="Picture Placeholder 32">
            <a:extLst>
              <a:ext uri="{FF2B5EF4-FFF2-40B4-BE49-F238E27FC236}">
                <a16:creationId xmlns:a16="http://schemas.microsoft.com/office/drawing/2014/main" id="{32965218-7EAA-4C50-A1FC-CAFF1CC55C4A}"/>
              </a:ext>
            </a:extLst>
          </p:cNvPr>
          <p:cNvSpPr>
            <a:spLocks noGrp="1"/>
          </p:cNvSpPr>
          <p:nvPr>
            <p:ph type="pic" sz="quarter" idx="13"/>
          </p:nvPr>
        </p:nvSpPr>
        <p:spPr>
          <a:xfrm>
            <a:off x="5570538" y="1203325"/>
            <a:ext cx="1050925" cy="819150"/>
          </a:xfrm>
        </p:spPr>
        <p:txBody>
          <a:bodyPr anchor="ctr">
            <a:normAutofit/>
          </a:bodyPr>
          <a:lstStyle>
            <a:lvl1pPr marL="0" indent="0" algn="ctr">
              <a:buNone/>
              <a:defRPr sz="1200"/>
            </a:lvl1pPr>
          </a:lstStyle>
          <a:p>
            <a:endParaRPr lang="en-US"/>
          </a:p>
        </p:txBody>
      </p:sp>
      <p:sp>
        <p:nvSpPr>
          <p:cNvPr id="3" name="Date Placeholder 2">
            <a:extLst>
              <a:ext uri="{FF2B5EF4-FFF2-40B4-BE49-F238E27FC236}">
                <a16:creationId xmlns:a16="http://schemas.microsoft.com/office/drawing/2014/main" id="{13F4630D-11DC-4102-8766-0D88420E47E4}"/>
              </a:ext>
            </a:extLst>
          </p:cNvPr>
          <p:cNvSpPr>
            <a:spLocks noGrp="1"/>
          </p:cNvSpPr>
          <p:nvPr>
            <p:ph type="dt" sz="half" idx="10"/>
          </p:nvPr>
        </p:nvSpPr>
        <p:spPr/>
        <p:txBody>
          <a:bodyPr/>
          <a:lstStyle/>
          <a:p>
            <a:fld id="{613D84E3-1DE8-4F33-A884-614083C34056}" type="datetimeFigureOut">
              <a:rPr lang="en-US" smtClean="0"/>
              <a:pPr/>
              <a:t>12/24/2024</a:t>
            </a:fld>
            <a:endParaRPr lang="en-US"/>
          </a:p>
        </p:txBody>
      </p:sp>
      <p:sp>
        <p:nvSpPr>
          <p:cNvPr id="4" name="Footer Placeholder 3">
            <a:extLst>
              <a:ext uri="{FF2B5EF4-FFF2-40B4-BE49-F238E27FC236}">
                <a16:creationId xmlns:a16="http://schemas.microsoft.com/office/drawing/2014/main" id="{365838A5-7A4E-46FE-94C8-C4A48478EF79}"/>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679A2D4F-8D23-4CF7-AB45-4647EB802A3F}"/>
              </a:ext>
            </a:extLst>
          </p:cNvPr>
          <p:cNvSpPr>
            <a:spLocks noGrp="1"/>
          </p:cNvSpPr>
          <p:nvPr>
            <p:ph type="sldNum" sz="quarter" idx="12"/>
          </p:nvPr>
        </p:nvSpPr>
        <p:spPr/>
        <p:txBody>
          <a:bodyPr/>
          <a:lstStyle/>
          <a:p>
            <a:fld id="{5A9078B4-09E3-4E92-BBC9-74AC7508B2E8}" type="slidenum">
              <a:rPr lang="en-US" smtClean="0"/>
              <a:pPr/>
              <a:t>‹N°›</a:t>
            </a:fld>
            <a:endParaRPr lang="en-US"/>
          </a:p>
        </p:txBody>
      </p:sp>
      <p:sp>
        <p:nvSpPr>
          <p:cNvPr id="19" name="Rectangle 18">
            <a:extLst>
              <a:ext uri="{FF2B5EF4-FFF2-40B4-BE49-F238E27FC236}">
                <a16:creationId xmlns:a16="http://schemas.microsoft.com/office/drawing/2014/main" id="{2EADFC39-5F39-47A0-8C0E-9C8E50DD6859}"/>
              </a:ext>
            </a:extLst>
          </p:cNvPr>
          <p:cNvSpPr/>
          <p:nvPr/>
        </p:nvSpPr>
        <p:spPr>
          <a:xfrm>
            <a:off x="5653617" y="1130300"/>
            <a:ext cx="884766" cy="965200"/>
          </a:xfrm>
          <a:prstGeom prst="rect">
            <a:avLst/>
          </a:prstGeom>
          <a:noFill/>
          <a:ln>
            <a:solidFill>
              <a:srgbClr val="E836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8306F4D3-C292-4A71-8595-05D32A26310E}"/>
              </a:ext>
            </a:extLst>
          </p:cNvPr>
          <p:cNvSpPr/>
          <p:nvPr/>
        </p:nvSpPr>
        <p:spPr>
          <a:xfrm>
            <a:off x="1335617" y="3035300"/>
            <a:ext cx="884766" cy="965200"/>
          </a:xfrm>
          <a:prstGeom prst="rect">
            <a:avLst/>
          </a:prstGeom>
          <a:noFill/>
          <a:ln>
            <a:solidFill>
              <a:srgbClr val="E836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67D30FF0-21D1-4CE5-89D0-DA444B2CF14D}"/>
              </a:ext>
            </a:extLst>
          </p:cNvPr>
          <p:cNvSpPr/>
          <p:nvPr/>
        </p:nvSpPr>
        <p:spPr>
          <a:xfrm>
            <a:off x="4214283" y="3035300"/>
            <a:ext cx="884766" cy="965200"/>
          </a:xfrm>
          <a:prstGeom prst="rect">
            <a:avLst/>
          </a:prstGeom>
          <a:noFill/>
          <a:ln>
            <a:solidFill>
              <a:srgbClr val="E836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19D0C822-0C5C-4C1D-AF89-4ECF70E5BC11}"/>
              </a:ext>
            </a:extLst>
          </p:cNvPr>
          <p:cNvSpPr/>
          <p:nvPr/>
        </p:nvSpPr>
        <p:spPr>
          <a:xfrm>
            <a:off x="7092949" y="3035300"/>
            <a:ext cx="884766" cy="965200"/>
          </a:xfrm>
          <a:prstGeom prst="rect">
            <a:avLst/>
          </a:prstGeom>
          <a:noFill/>
          <a:ln>
            <a:solidFill>
              <a:srgbClr val="E836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80CE8130-7EFD-48ED-B344-55BA0DF32E6E}"/>
              </a:ext>
            </a:extLst>
          </p:cNvPr>
          <p:cNvSpPr/>
          <p:nvPr/>
        </p:nvSpPr>
        <p:spPr>
          <a:xfrm>
            <a:off x="9971615" y="3035300"/>
            <a:ext cx="884766" cy="965200"/>
          </a:xfrm>
          <a:prstGeom prst="rect">
            <a:avLst/>
          </a:prstGeom>
          <a:noFill/>
          <a:ln>
            <a:solidFill>
              <a:srgbClr val="E836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938963084"/>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BF562D1-7000-4934-BA08-EB573283B16F}"/>
              </a:ext>
            </a:extLst>
          </p:cNvPr>
          <p:cNvSpPr>
            <a:spLocks noGrp="1"/>
          </p:cNvSpPr>
          <p:nvPr>
            <p:ph type="dt" sz="half" idx="10"/>
          </p:nvPr>
        </p:nvSpPr>
        <p:spPr/>
        <p:txBody>
          <a:bodyPr/>
          <a:lstStyle/>
          <a:p>
            <a:fld id="{613D84E3-1DE8-4F33-A884-614083C34056}" type="datetimeFigureOut">
              <a:rPr lang="en-US" smtClean="0"/>
              <a:pPr/>
              <a:t>12/24/2024</a:t>
            </a:fld>
            <a:endParaRPr lang="en-US"/>
          </a:p>
        </p:txBody>
      </p:sp>
      <p:sp>
        <p:nvSpPr>
          <p:cNvPr id="3" name="Footer Placeholder 2">
            <a:extLst>
              <a:ext uri="{FF2B5EF4-FFF2-40B4-BE49-F238E27FC236}">
                <a16:creationId xmlns:a16="http://schemas.microsoft.com/office/drawing/2014/main" id="{4B268B6C-8D0A-46F1-8118-2D6E0089D0D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43802E6F-C199-4AEC-A8EB-73083CF03E92}"/>
              </a:ext>
            </a:extLst>
          </p:cNvPr>
          <p:cNvSpPr>
            <a:spLocks noGrp="1"/>
          </p:cNvSpPr>
          <p:nvPr>
            <p:ph type="sldNum" sz="quarter" idx="12"/>
          </p:nvPr>
        </p:nvSpPr>
        <p:spPr/>
        <p:txBody>
          <a:bodyPr/>
          <a:lstStyle/>
          <a:p>
            <a:fld id="{5A9078B4-09E3-4E92-BBC9-74AC7508B2E8}" type="slidenum">
              <a:rPr lang="en-US" smtClean="0"/>
              <a:pPr/>
              <a:t>‹N°›</a:t>
            </a:fld>
            <a:endParaRPr lang="en-US"/>
          </a:p>
        </p:txBody>
      </p:sp>
    </p:spTree>
    <p:extLst>
      <p:ext uri="{BB962C8B-B14F-4D97-AF65-F5344CB8AC3E}">
        <p14:creationId xmlns:p14="http://schemas.microsoft.com/office/powerpoint/2010/main" val="3038479669"/>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14" name="Picture Placeholder 11">
            <a:extLst>
              <a:ext uri="{FF2B5EF4-FFF2-40B4-BE49-F238E27FC236}">
                <a16:creationId xmlns:a16="http://schemas.microsoft.com/office/drawing/2014/main" id="{CEFA43A9-1515-43E3-9040-ACE0DD553CE8}"/>
              </a:ext>
            </a:extLst>
          </p:cNvPr>
          <p:cNvSpPr>
            <a:spLocks noGrp="1"/>
          </p:cNvSpPr>
          <p:nvPr>
            <p:ph type="pic" sz="quarter" idx="12"/>
          </p:nvPr>
        </p:nvSpPr>
        <p:spPr>
          <a:xfrm>
            <a:off x="266700" y="3607994"/>
            <a:ext cx="3671888" cy="2584450"/>
          </a:xfrm>
        </p:spPr>
        <p:txBody>
          <a:bodyPr anchor="ctr">
            <a:normAutofit/>
          </a:bodyPr>
          <a:lstStyle>
            <a:lvl1pPr marL="0" indent="0" algn="ctr">
              <a:buNone/>
              <a:defRPr sz="1400"/>
            </a:lvl1pPr>
          </a:lstStyle>
          <a:p>
            <a:endParaRPr lang="en-US" dirty="0"/>
          </a:p>
        </p:txBody>
      </p:sp>
      <p:sp>
        <p:nvSpPr>
          <p:cNvPr id="12" name="Picture Placeholder 11">
            <a:extLst>
              <a:ext uri="{FF2B5EF4-FFF2-40B4-BE49-F238E27FC236}">
                <a16:creationId xmlns:a16="http://schemas.microsoft.com/office/drawing/2014/main" id="{9593DE47-F666-42DA-B91B-BBB963FB9675}"/>
              </a:ext>
            </a:extLst>
          </p:cNvPr>
          <p:cNvSpPr>
            <a:spLocks noGrp="1"/>
          </p:cNvSpPr>
          <p:nvPr>
            <p:ph type="pic" sz="quarter" idx="10"/>
          </p:nvPr>
        </p:nvSpPr>
        <p:spPr>
          <a:xfrm>
            <a:off x="4048125" y="925513"/>
            <a:ext cx="3671888" cy="2584450"/>
          </a:xfrm>
        </p:spPr>
        <p:txBody>
          <a:bodyPr anchor="ctr">
            <a:normAutofit/>
          </a:bodyPr>
          <a:lstStyle>
            <a:lvl1pPr marL="0" indent="0" algn="ctr">
              <a:buNone/>
              <a:defRPr sz="1400"/>
            </a:lvl1pPr>
          </a:lstStyle>
          <a:p>
            <a:endParaRPr lang="en-US" dirty="0"/>
          </a:p>
        </p:txBody>
      </p:sp>
      <p:sp>
        <p:nvSpPr>
          <p:cNvPr id="13" name="Picture Placeholder 11">
            <a:extLst>
              <a:ext uri="{FF2B5EF4-FFF2-40B4-BE49-F238E27FC236}">
                <a16:creationId xmlns:a16="http://schemas.microsoft.com/office/drawing/2014/main" id="{F9A6711B-CC92-4052-A8A9-22AB9080948E}"/>
              </a:ext>
            </a:extLst>
          </p:cNvPr>
          <p:cNvSpPr>
            <a:spLocks noGrp="1"/>
          </p:cNvSpPr>
          <p:nvPr>
            <p:ph type="pic" sz="quarter" idx="11"/>
          </p:nvPr>
        </p:nvSpPr>
        <p:spPr>
          <a:xfrm>
            <a:off x="7828868" y="3607994"/>
            <a:ext cx="3671888" cy="2584450"/>
          </a:xfrm>
        </p:spPr>
        <p:txBody>
          <a:bodyPr anchor="ctr">
            <a:normAutofit/>
          </a:bodyPr>
          <a:lstStyle>
            <a:lvl1pPr marL="0" indent="0" algn="ctr">
              <a:buNone/>
              <a:defRPr sz="1400"/>
            </a:lvl1pPr>
          </a:lstStyle>
          <a:p>
            <a:endParaRPr lang="en-US" dirty="0"/>
          </a:p>
        </p:txBody>
      </p:sp>
    </p:spTree>
    <p:extLst>
      <p:ext uri="{BB962C8B-B14F-4D97-AF65-F5344CB8AC3E}">
        <p14:creationId xmlns:p14="http://schemas.microsoft.com/office/powerpoint/2010/main" val="4257362404"/>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15" name="Picture Placeholder 14">
            <a:extLst>
              <a:ext uri="{FF2B5EF4-FFF2-40B4-BE49-F238E27FC236}">
                <a16:creationId xmlns:a16="http://schemas.microsoft.com/office/drawing/2014/main" id="{A90BF43A-ADF4-474C-A6C7-D13F30B47EDB}"/>
              </a:ext>
            </a:extLst>
          </p:cNvPr>
          <p:cNvSpPr>
            <a:spLocks noGrp="1"/>
          </p:cNvSpPr>
          <p:nvPr>
            <p:ph type="pic" sz="quarter" idx="10"/>
          </p:nvPr>
        </p:nvSpPr>
        <p:spPr>
          <a:xfrm>
            <a:off x="0" y="1003300"/>
            <a:ext cx="3952764" cy="5537200"/>
          </a:xfrm>
          <a:custGeom>
            <a:avLst/>
            <a:gdLst>
              <a:gd name="connsiteX0" fmla="*/ 1184164 w 3952764"/>
              <a:gd name="connsiteY0" fmla="*/ 0 h 5537200"/>
              <a:gd name="connsiteX1" fmla="*/ 3952764 w 3952764"/>
              <a:gd name="connsiteY1" fmla="*/ 2768600 h 5537200"/>
              <a:gd name="connsiteX2" fmla="*/ 1184164 w 3952764"/>
              <a:gd name="connsiteY2" fmla="*/ 5537200 h 5537200"/>
              <a:gd name="connsiteX3" fmla="*/ 106500 w 3952764"/>
              <a:gd name="connsiteY3" fmla="*/ 5319630 h 5537200"/>
              <a:gd name="connsiteX4" fmla="*/ 0 w 3952764"/>
              <a:gd name="connsiteY4" fmla="*/ 5268326 h 5537200"/>
              <a:gd name="connsiteX5" fmla="*/ 0 w 3952764"/>
              <a:gd name="connsiteY5" fmla="*/ 268874 h 5537200"/>
              <a:gd name="connsiteX6" fmla="*/ 106500 w 3952764"/>
              <a:gd name="connsiteY6" fmla="*/ 217570 h 5537200"/>
              <a:gd name="connsiteX7" fmla="*/ 1184164 w 3952764"/>
              <a:gd name="connsiteY7" fmla="*/ 0 h 553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952764" h="5537200">
                <a:moveTo>
                  <a:pt x="1184164" y="0"/>
                </a:moveTo>
                <a:cubicBezTo>
                  <a:pt x="2713220" y="0"/>
                  <a:pt x="3952764" y="1239544"/>
                  <a:pt x="3952764" y="2768600"/>
                </a:cubicBezTo>
                <a:cubicBezTo>
                  <a:pt x="3952764" y="4297656"/>
                  <a:pt x="2713220" y="5537200"/>
                  <a:pt x="1184164" y="5537200"/>
                </a:cubicBezTo>
                <a:cubicBezTo>
                  <a:pt x="801900" y="5537200"/>
                  <a:pt x="437731" y="5459729"/>
                  <a:pt x="106500" y="5319630"/>
                </a:cubicBezTo>
                <a:lnTo>
                  <a:pt x="0" y="5268326"/>
                </a:lnTo>
                <a:lnTo>
                  <a:pt x="0" y="268874"/>
                </a:lnTo>
                <a:lnTo>
                  <a:pt x="106500" y="217570"/>
                </a:lnTo>
                <a:cubicBezTo>
                  <a:pt x="437731" y="77472"/>
                  <a:pt x="801900" y="0"/>
                  <a:pt x="1184164" y="0"/>
                </a:cubicBezTo>
                <a:close/>
              </a:path>
            </a:pathLst>
          </a:custGeom>
        </p:spPr>
        <p:txBody>
          <a:bodyPr wrap="square" anchor="ctr">
            <a:noAutofit/>
          </a:bodyPr>
          <a:lstStyle>
            <a:lvl1pPr marL="0" indent="0" algn="ctr">
              <a:buNone/>
              <a:defRPr sz="1400"/>
            </a:lvl1pPr>
          </a:lstStyle>
          <a:p>
            <a:endParaRPr lang="en-US"/>
          </a:p>
        </p:txBody>
      </p:sp>
    </p:spTree>
    <p:extLst>
      <p:ext uri="{BB962C8B-B14F-4D97-AF65-F5344CB8AC3E}">
        <p14:creationId xmlns:p14="http://schemas.microsoft.com/office/powerpoint/2010/main" val="806201724"/>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sp>
        <p:nvSpPr>
          <p:cNvPr id="18" name="Picture Placeholder 17">
            <a:extLst>
              <a:ext uri="{FF2B5EF4-FFF2-40B4-BE49-F238E27FC236}">
                <a16:creationId xmlns:a16="http://schemas.microsoft.com/office/drawing/2014/main" id="{D94A58E8-F52F-4A44-B1EF-1CCF06E4E2CF}"/>
              </a:ext>
            </a:extLst>
          </p:cNvPr>
          <p:cNvSpPr>
            <a:spLocks noGrp="1"/>
          </p:cNvSpPr>
          <p:nvPr>
            <p:ph type="pic" sz="quarter" idx="12"/>
          </p:nvPr>
        </p:nvSpPr>
        <p:spPr>
          <a:xfrm>
            <a:off x="3429000" y="0"/>
            <a:ext cx="5130800" cy="6858000"/>
          </a:xfrm>
          <a:custGeom>
            <a:avLst/>
            <a:gdLst>
              <a:gd name="connsiteX0" fmla="*/ 0 w 5130800"/>
              <a:gd name="connsiteY0" fmla="*/ 0 h 6858000"/>
              <a:gd name="connsiteX1" fmla="*/ 2110503 w 5130800"/>
              <a:gd name="connsiteY1" fmla="*/ 0 h 6858000"/>
              <a:gd name="connsiteX2" fmla="*/ 5130800 w 5130800"/>
              <a:gd name="connsiteY2" fmla="*/ 6858000 h 6858000"/>
              <a:gd name="connsiteX3" fmla="*/ 3020297 w 51308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5130800" h="6858000">
                <a:moveTo>
                  <a:pt x="0" y="0"/>
                </a:moveTo>
                <a:lnTo>
                  <a:pt x="2110503" y="0"/>
                </a:lnTo>
                <a:lnTo>
                  <a:pt x="5130800" y="6858000"/>
                </a:lnTo>
                <a:lnTo>
                  <a:pt x="3020297" y="6858000"/>
                </a:lnTo>
                <a:close/>
              </a:path>
            </a:pathLst>
          </a:custGeom>
        </p:spPr>
        <p:txBody>
          <a:bodyPr wrap="square">
            <a:noAutofit/>
          </a:bodyPr>
          <a:lstStyle/>
          <a:p>
            <a:endParaRPr lang="en-US"/>
          </a:p>
        </p:txBody>
      </p:sp>
      <p:sp>
        <p:nvSpPr>
          <p:cNvPr id="15" name="Picture Placeholder 14">
            <a:extLst>
              <a:ext uri="{FF2B5EF4-FFF2-40B4-BE49-F238E27FC236}">
                <a16:creationId xmlns:a16="http://schemas.microsoft.com/office/drawing/2014/main" id="{D69A26C0-BA85-43FA-9548-0A0F7A8D94C7}"/>
              </a:ext>
            </a:extLst>
          </p:cNvPr>
          <p:cNvSpPr>
            <a:spLocks noGrp="1"/>
          </p:cNvSpPr>
          <p:nvPr>
            <p:ph type="pic" sz="quarter" idx="11"/>
          </p:nvPr>
        </p:nvSpPr>
        <p:spPr>
          <a:xfrm>
            <a:off x="1219200" y="0"/>
            <a:ext cx="5130800" cy="6858000"/>
          </a:xfrm>
          <a:custGeom>
            <a:avLst/>
            <a:gdLst>
              <a:gd name="connsiteX0" fmla="*/ 0 w 5130800"/>
              <a:gd name="connsiteY0" fmla="*/ 0 h 6858000"/>
              <a:gd name="connsiteX1" fmla="*/ 2110503 w 5130800"/>
              <a:gd name="connsiteY1" fmla="*/ 0 h 6858000"/>
              <a:gd name="connsiteX2" fmla="*/ 5130800 w 5130800"/>
              <a:gd name="connsiteY2" fmla="*/ 6858000 h 6858000"/>
              <a:gd name="connsiteX3" fmla="*/ 3020297 w 51308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5130800" h="6858000">
                <a:moveTo>
                  <a:pt x="0" y="0"/>
                </a:moveTo>
                <a:lnTo>
                  <a:pt x="2110503" y="0"/>
                </a:lnTo>
                <a:lnTo>
                  <a:pt x="5130800" y="6858000"/>
                </a:lnTo>
                <a:lnTo>
                  <a:pt x="3020297" y="6858000"/>
                </a:lnTo>
                <a:close/>
              </a:path>
            </a:pathLst>
          </a:custGeom>
        </p:spPr>
        <p:txBody>
          <a:bodyPr wrap="square">
            <a:noAutofit/>
          </a:bodyPr>
          <a:lstStyle/>
          <a:p>
            <a:endParaRPr lang="en-US"/>
          </a:p>
        </p:txBody>
      </p:sp>
      <p:sp>
        <p:nvSpPr>
          <p:cNvPr id="12" name="Picture Placeholder 11">
            <a:extLst>
              <a:ext uri="{FF2B5EF4-FFF2-40B4-BE49-F238E27FC236}">
                <a16:creationId xmlns:a16="http://schemas.microsoft.com/office/drawing/2014/main" id="{FD6440D9-CD52-44B2-A4EA-17B834508E6A}"/>
              </a:ext>
            </a:extLst>
          </p:cNvPr>
          <p:cNvSpPr>
            <a:spLocks noGrp="1"/>
          </p:cNvSpPr>
          <p:nvPr>
            <p:ph type="pic" sz="quarter" idx="10"/>
          </p:nvPr>
        </p:nvSpPr>
        <p:spPr>
          <a:xfrm>
            <a:off x="-990600" y="0"/>
            <a:ext cx="5130800" cy="6858000"/>
          </a:xfrm>
          <a:custGeom>
            <a:avLst/>
            <a:gdLst>
              <a:gd name="connsiteX0" fmla="*/ 0 w 5130800"/>
              <a:gd name="connsiteY0" fmla="*/ 0 h 6858000"/>
              <a:gd name="connsiteX1" fmla="*/ 2110503 w 5130800"/>
              <a:gd name="connsiteY1" fmla="*/ 0 h 6858000"/>
              <a:gd name="connsiteX2" fmla="*/ 5130800 w 5130800"/>
              <a:gd name="connsiteY2" fmla="*/ 6858000 h 6858000"/>
              <a:gd name="connsiteX3" fmla="*/ 3020297 w 51308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5130800" h="6858000">
                <a:moveTo>
                  <a:pt x="0" y="0"/>
                </a:moveTo>
                <a:lnTo>
                  <a:pt x="2110503" y="0"/>
                </a:lnTo>
                <a:lnTo>
                  <a:pt x="5130800" y="6858000"/>
                </a:lnTo>
                <a:lnTo>
                  <a:pt x="3020297" y="6858000"/>
                </a:lnTo>
                <a:close/>
              </a:path>
            </a:pathLst>
          </a:custGeom>
        </p:spPr>
        <p:txBody>
          <a:bodyPr wrap="square">
            <a:noAutofit/>
          </a:bodyPr>
          <a:lstStyle/>
          <a:p>
            <a:endParaRPr lang="en-US"/>
          </a:p>
        </p:txBody>
      </p:sp>
    </p:spTree>
    <p:extLst>
      <p:ext uri="{BB962C8B-B14F-4D97-AF65-F5344CB8AC3E}">
        <p14:creationId xmlns:p14="http://schemas.microsoft.com/office/powerpoint/2010/main" val="3502927061"/>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Vertical Title and Text">
    <p:spTree>
      <p:nvGrpSpPr>
        <p:cNvPr id="1" name=""/>
        <p:cNvGrpSpPr/>
        <p:nvPr/>
      </p:nvGrpSpPr>
      <p:grpSpPr>
        <a:xfrm>
          <a:off x="0" y="0"/>
          <a:ext cx="0" cy="0"/>
          <a:chOff x="0" y="0"/>
          <a:chExt cx="0" cy="0"/>
        </a:xfrm>
      </p:grpSpPr>
      <p:sp>
        <p:nvSpPr>
          <p:cNvPr id="20" name="Picture Placeholder 19">
            <a:extLst>
              <a:ext uri="{FF2B5EF4-FFF2-40B4-BE49-F238E27FC236}">
                <a16:creationId xmlns:a16="http://schemas.microsoft.com/office/drawing/2014/main" id="{EF540B0D-4795-4BC7-87C5-70C1142C5639}"/>
              </a:ext>
            </a:extLst>
          </p:cNvPr>
          <p:cNvSpPr>
            <a:spLocks noGrp="1"/>
          </p:cNvSpPr>
          <p:nvPr>
            <p:ph type="pic" sz="quarter" idx="15"/>
          </p:nvPr>
        </p:nvSpPr>
        <p:spPr>
          <a:xfrm>
            <a:off x="7391401" y="4470974"/>
            <a:ext cx="1387475" cy="1609023"/>
          </a:xfrm>
          <a:custGeom>
            <a:avLst/>
            <a:gdLst>
              <a:gd name="connsiteX0" fmla="*/ 692214 w 1387475"/>
              <a:gd name="connsiteY0" fmla="*/ 0 h 1609023"/>
              <a:gd name="connsiteX1" fmla="*/ 695360 w 1387475"/>
              <a:gd name="connsiteY1" fmla="*/ 0 h 1609023"/>
              <a:gd name="connsiteX2" fmla="*/ 1387475 w 1387475"/>
              <a:gd name="connsiteY2" fmla="*/ 346058 h 1609023"/>
              <a:gd name="connsiteX3" fmla="*/ 1387475 w 1387475"/>
              <a:gd name="connsiteY3" fmla="*/ 1262179 h 1609023"/>
              <a:gd name="connsiteX4" fmla="*/ 693787 w 1387475"/>
              <a:gd name="connsiteY4" fmla="*/ 1609023 h 1609023"/>
              <a:gd name="connsiteX5" fmla="*/ 0 w 1387475"/>
              <a:gd name="connsiteY5" fmla="*/ 1262129 h 1609023"/>
              <a:gd name="connsiteX6" fmla="*/ 0 w 1387475"/>
              <a:gd name="connsiteY6" fmla="*/ 346107 h 1609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87475" h="1609023">
                <a:moveTo>
                  <a:pt x="692214" y="0"/>
                </a:moveTo>
                <a:lnTo>
                  <a:pt x="695360" y="0"/>
                </a:lnTo>
                <a:lnTo>
                  <a:pt x="1387475" y="346058"/>
                </a:lnTo>
                <a:lnTo>
                  <a:pt x="1387475" y="1262179"/>
                </a:lnTo>
                <a:lnTo>
                  <a:pt x="693787" y="1609023"/>
                </a:lnTo>
                <a:lnTo>
                  <a:pt x="0" y="1262129"/>
                </a:lnTo>
                <a:lnTo>
                  <a:pt x="0" y="346107"/>
                </a:lnTo>
                <a:close/>
              </a:path>
            </a:pathLst>
          </a:custGeom>
        </p:spPr>
        <p:txBody>
          <a:bodyPr wrap="square" anchor="ctr">
            <a:noAutofit/>
          </a:bodyPr>
          <a:lstStyle>
            <a:lvl1pPr marL="0" indent="0" algn="ctr">
              <a:buNone/>
              <a:defRPr sz="1400"/>
            </a:lvl1pPr>
          </a:lstStyle>
          <a:p>
            <a:endParaRPr lang="en-US"/>
          </a:p>
        </p:txBody>
      </p:sp>
      <p:sp>
        <p:nvSpPr>
          <p:cNvPr id="19" name="Picture Placeholder 18">
            <a:extLst>
              <a:ext uri="{FF2B5EF4-FFF2-40B4-BE49-F238E27FC236}">
                <a16:creationId xmlns:a16="http://schemas.microsoft.com/office/drawing/2014/main" id="{577385D8-4260-4CD4-8EDB-C56E34A32864}"/>
              </a:ext>
            </a:extLst>
          </p:cNvPr>
          <p:cNvSpPr>
            <a:spLocks noGrp="1"/>
          </p:cNvSpPr>
          <p:nvPr>
            <p:ph type="pic" sz="quarter" idx="14"/>
          </p:nvPr>
        </p:nvSpPr>
        <p:spPr>
          <a:xfrm>
            <a:off x="8845358" y="4470974"/>
            <a:ext cx="1387475" cy="1609023"/>
          </a:xfrm>
          <a:custGeom>
            <a:avLst/>
            <a:gdLst>
              <a:gd name="connsiteX0" fmla="*/ 692214 w 1387475"/>
              <a:gd name="connsiteY0" fmla="*/ 0 h 1609023"/>
              <a:gd name="connsiteX1" fmla="*/ 695360 w 1387475"/>
              <a:gd name="connsiteY1" fmla="*/ 0 h 1609023"/>
              <a:gd name="connsiteX2" fmla="*/ 1387475 w 1387475"/>
              <a:gd name="connsiteY2" fmla="*/ 346058 h 1609023"/>
              <a:gd name="connsiteX3" fmla="*/ 1387475 w 1387475"/>
              <a:gd name="connsiteY3" fmla="*/ 1262179 h 1609023"/>
              <a:gd name="connsiteX4" fmla="*/ 693787 w 1387475"/>
              <a:gd name="connsiteY4" fmla="*/ 1609023 h 1609023"/>
              <a:gd name="connsiteX5" fmla="*/ 0 w 1387475"/>
              <a:gd name="connsiteY5" fmla="*/ 1262129 h 1609023"/>
              <a:gd name="connsiteX6" fmla="*/ 0 w 1387475"/>
              <a:gd name="connsiteY6" fmla="*/ 346107 h 1609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87475" h="1609023">
                <a:moveTo>
                  <a:pt x="692214" y="0"/>
                </a:moveTo>
                <a:lnTo>
                  <a:pt x="695360" y="0"/>
                </a:lnTo>
                <a:lnTo>
                  <a:pt x="1387475" y="346058"/>
                </a:lnTo>
                <a:lnTo>
                  <a:pt x="1387475" y="1262179"/>
                </a:lnTo>
                <a:lnTo>
                  <a:pt x="693787" y="1609023"/>
                </a:lnTo>
                <a:lnTo>
                  <a:pt x="0" y="1262129"/>
                </a:lnTo>
                <a:lnTo>
                  <a:pt x="0" y="346107"/>
                </a:lnTo>
                <a:close/>
              </a:path>
            </a:pathLst>
          </a:custGeom>
        </p:spPr>
        <p:txBody>
          <a:bodyPr wrap="square" anchor="ctr">
            <a:noAutofit/>
          </a:bodyPr>
          <a:lstStyle>
            <a:lvl1pPr marL="0" indent="0" algn="ctr">
              <a:buNone/>
              <a:defRPr sz="1400"/>
            </a:lvl1pPr>
          </a:lstStyle>
          <a:p>
            <a:endParaRPr lang="en-US"/>
          </a:p>
        </p:txBody>
      </p:sp>
      <p:sp>
        <p:nvSpPr>
          <p:cNvPr id="18" name="Picture Placeholder 17">
            <a:extLst>
              <a:ext uri="{FF2B5EF4-FFF2-40B4-BE49-F238E27FC236}">
                <a16:creationId xmlns:a16="http://schemas.microsoft.com/office/drawing/2014/main" id="{FC53C9E8-AC21-4D16-BB7D-EDD25725256F}"/>
              </a:ext>
            </a:extLst>
          </p:cNvPr>
          <p:cNvSpPr>
            <a:spLocks noGrp="1"/>
          </p:cNvSpPr>
          <p:nvPr>
            <p:ph type="pic" sz="quarter" idx="13"/>
          </p:nvPr>
        </p:nvSpPr>
        <p:spPr>
          <a:xfrm>
            <a:off x="9572625" y="3142045"/>
            <a:ext cx="1387475" cy="1609023"/>
          </a:xfrm>
          <a:custGeom>
            <a:avLst/>
            <a:gdLst>
              <a:gd name="connsiteX0" fmla="*/ 692214 w 1387475"/>
              <a:gd name="connsiteY0" fmla="*/ 0 h 1609023"/>
              <a:gd name="connsiteX1" fmla="*/ 695360 w 1387475"/>
              <a:gd name="connsiteY1" fmla="*/ 0 h 1609023"/>
              <a:gd name="connsiteX2" fmla="*/ 1387475 w 1387475"/>
              <a:gd name="connsiteY2" fmla="*/ 346058 h 1609023"/>
              <a:gd name="connsiteX3" fmla="*/ 1387475 w 1387475"/>
              <a:gd name="connsiteY3" fmla="*/ 1262179 h 1609023"/>
              <a:gd name="connsiteX4" fmla="*/ 693787 w 1387475"/>
              <a:gd name="connsiteY4" fmla="*/ 1609023 h 1609023"/>
              <a:gd name="connsiteX5" fmla="*/ 0 w 1387475"/>
              <a:gd name="connsiteY5" fmla="*/ 1262129 h 1609023"/>
              <a:gd name="connsiteX6" fmla="*/ 0 w 1387475"/>
              <a:gd name="connsiteY6" fmla="*/ 346107 h 1609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87475" h="1609023">
                <a:moveTo>
                  <a:pt x="692214" y="0"/>
                </a:moveTo>
                <a:lnTo>
                  <a:pt x="695360" y="0"/>
                </a:lnTo>
                <a:lnTo>
                  <a:pt x="1387475" y="346058"/>
                </a:lnTo>
                <a:lnTo>
                  <a:pt x="1387475" y="1262179"/>
                </a:lnTo>
                <a:lnTo>
                  <a:pt x="693787" y="1609023"/>
                </a:lnTo>
                <a:lnTo>
                  <a:pt x="0" y="1262129"/>
                </a:lnTo>
                <a:lnTo>
                  <a:pt x="0" y="346107"/>
                </a:lnTo>
                <a:close/>
              </a:path>
            </a:pathLst>
          </a:custGeom>
        </p:spPr>
        <p:txBody>
          <a:bodyPr wrap="square" anchor="ctr">
            <a:noAutofit/>
          </a:bodyPr>
          <a:lstStyle>
            <a:lvl1pPr marL="0" indent="0" algn="ctr">
              <a:buNone/>
              <a:defRPr sz="1400"/>
            </a:lvl1pPr>
          </a:lstStyle>
          <a:p>
            <a:endParaRPr lang="en-US"/>
          </a:p>
        </p:txBody>
      </p:sp>
      <p:sp>
        <p:nvSpPr>
          <p:cNvPr id="17" name="Picture Placeholder 16">
            <a:extLst>
              <a:ext uri="{FF2B5EF4-FFF2-40B4-BE49-F238E27FC236}">
                <a16:creationId xmlns:a16="http://schemas.microsoft.com/office/drawing/2014/main" id="{6900CEAA-39BA-434B-8E0D-4C5FFF31F795}"/>
              </a:ext>
            </a:extLst>
          </p:cNvPr>
          <p:cNvSpPr>
            <a:spLocks noGrp="1"/>
          </p:cNvSpPr>
          <p:nvPr>
            <p:ph type="pic" sz="quarter" idx="12"/>
          </p:nvPr>
        </p:nvSpPr>
        <p:spPr>
          <a:xfrm>
            <a:off x="8118379" y="3142045"/>
            <a:ext cx="1387475" cy="1609023"/>
          </a:xfrm>
          <a:custGeom>
            <a:avLst/>
            <a:gdLst>
              <a:gd name="connsiteX0" fmla="*/ 692214 w 1387475"/>
              <a:gd name="connsiteY0" fmla="*/ 0 h 1609023"/>
              <a:gd name="connsiteX1" fmla="*/ 695360 w 1387475"/>
              <a:gd name="connsiteY1" fmla="*/ 0 h 1609023"/>
              <a:gd name="connsiteX2" fmla="*/ 1387475 w 1387475"/>
              <a:gd name="connsiteY2" fmla="*/ 346058 h 1609023"/>
              <a:gd name="connsiteX3" fmla="*/ 1387475 w 1387475"/>
              <a:gd name="connsiteY3" fmla="*/ 1262179 h 1609023"/>
              <a:gd name="connsiteX4" fmla="*/ 693787 w 1387475"/>
              <a:gd name="connsiteY4" fmla="*/ 1609023 h 1609023"/>
              <a:gd name="connsiteX5" fmla="*/ 0 w 1387475"/>
              <a:gd name="connsiteY5" fmla="*/ 1262129 h 1609023"/>
              <a:gd name="connsiteX6" fmla="*/ 0 w 1387475"/>
              <a:gd name="connsiteY6" fmla="*/ 346107 h 1609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87475" h="1609023">
                <a:moveTo>
                  <a:pt x="692214" y="0"/>
                </a:moveTo>
                <a:lnTo>
                  <a:pt x="695360" y="0"/>
                </a:lnTo>
                <a:lnTo>
                  <a:pt x="1387475" y="346058"/>
                </a:lnTo>
                <a:lnTo>
                  <a:pt x="1387475" y="1262179"/>
                </a:lnTo>
                <a:lnTo>
                  <a:pt x="693787" y="1609023"/>
                </a:lnTo>
                <a:lnTo>
                  <a:pt x="0" y="1262129"/>
                </a:lnTo>
                <a:lnTo>
                  <a:pt x="0" y="346107"/>
                </a:lnTo>
                <a:close/>
              </a:path>
            </a:pathLst>
          </a:custGeom>
        </p:spPr>
        <p:txBody>
          <a:bodyPr wrap="square" anchor="ctr">
            <a:noAutofit/>
          </a:bodyPr>
          <a:lstStyle>
            <a:lvl1pPr marL="0" indent="0" algn="ctr">
              <a:buNone/>
              <a:defRPr sz="1400"/>
            </a:lvl1pPr>
          </a:lstStyle>
          <a:p>
            <a:endParaRPr lang="en-US"/>
          </a:p>
        </p:txBody>
      </p:sp>
      <p:sp>
        <p:nvSpPr>
          <p:cNvPr id="16" name="Picture Placeholder 15">
            <a:extLst>
              <a:ext uri="{FF2B5EF4-FFF2-40B4-BE49-F238E27FC236}">
                <a16:creationId xmlns:a16="http://schemas.microsoft.com/office/drawing/2014/main" id="{8CB1BD77-7453-40ED-A9B1-6A70B0FBBF9C}"/>
              </a:ext>
            </a:extLst>
          </p:cNvPr>
          <p:cNvSpPr>
            <a:spLocks noGrp="1"/>
          </p:cNvSpPr>
          <p:nvPr>
            <p:ph type="pic" sz="quarter" idx="11"/>
          </p:nvPr>
        </p:nvSpPr>
        <p:spPr>
          <a:xfrm>
            <a:off x="8845648" y="1813117"/>
            <a:ext cx="1387475" cy="1609023"/>
          </a:xfrm>
          <a:custGeom>
            <a:avLst/>
            <a:gdLst>
              <a:gd name="connsiteX0" fmla="*/ 692214 w 1387475"/>
              <a:gd name="connsiteY0" fmla="*/ 0 h 1609023"/>
              <a:gd name="connsiteX1" fmla="*/ 695360 w 1387475"/>
              <a:gd name="connsiteY1" fmla="*/ 0 h 1609023"/>
              <a:gd name="connsiteX2" fmla="*/ 1387475 w 1387475"/>
              <a:gd name="connsiteY2" fmla="*/ 346058 h 1609023"/>
              <a:gd name="connsiteX3" fmla="*/ 1387475 w 1387475"/>
              <a:gd name="connsiteY3" fmla="*/ 1262179 h 1609023"/>
              <a:gd name="connsiteX4" fmla="*/ 693787 w 1387475"/>
              <a:gd name="connsiteY4" fmla="*/ 1609023 h 1609023"/>
              <a:gd name="connsiteX5" fmla="*/ 0 w 1387475"/>
              <a:gd name="connsiteY5" fmla="*/ 1262129 h 1609023"/>
              <a:gd name="connsiteX6" fmla="*/ 0 w 1387475"/>
              <a:gd name="connsiteY6" fmla="*/ 346107 h 1609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87475" h="1609023">
                <a:moveTo>
                  <a:pt x="692214" y="0"/>
                </a:moveTo>
                <a:lnTo>
                  <a:pt x="695360" y="0"/>
                </a:lnTo>
                <a:lnTo>
                  <a:pt x="1387475" y="346058"/>
                </a:lnTo>
                <a:lnTo>
                  <a:pt x="1387475" y="1262179"/>
                </a:lnTo>
                <a:lnTo>
                  <a:pt x="693787" y="1609023"/>
                </a:lnTo>
                <a:lnTo>
                  <a:pt x="0" y="1262129"/>
                </a:lnTo>
                <a:lnTo>
                  <a:pt x="0" y="346107"/>
                </a:lnTo>
                <a:close/>
              </a:path>
            </a:pathLst>
          </a:custGeom>
        </p:spPr>
        <p:txBody>
          <a:bodyPr wrap="square" anchor="ctr">
            <a:noAutofit/>
          </a:bodyPr>
          <a:lstStyle>
            <a:lvl1pPr marL="0" indent="0" algn="ctr">
              <a:buNone/>
              <a:defRPr sz="1400"/>
            </a:lvl1pPr>
          </a:lstStyle>
          <a:p>
            <a:endParaRPr lang="en-US"/>
          </a:p>
        </p:txBody>
      </p:sp>
      <p:sp>
        <p:nvSpPr>
          <p:cNvPr id="15" name="Picture Placeholder 14">
            <a:extLst>
              <a:ext uri="{FF2B5EF4-FFF2-40B4-BE49-F238E27FC236}">
                <a16:creationId xmlns:a16="http://schemas.microsoft.com/office/drawing/2014/main" id="{56A50284-9143-4611-AC0B-E85174E0D0CB}"/>
              </a:ext>
            </a:extLst>
          </p:cNvPr>
          <p:cNvSpPr>
            <a:spLocks noGrp="1"/>
          </p:cNvSpPr>
          <p:nvPr>
            <p:ph type="pic" sz="quarter" idx="10"/>
          </p:nvPr>
        </p:nvSpPr>
        <p:spPr>
          <a:xfrm>
            <a:off x="8118475" y="484188"/>
            <a:ext cx="1387475" cy="1609023"/>
          </a:xfrm>
          <a:custGeom>
            <a:avLst/>
            <a:gdLst>
              <a:gd name="connsiteX0" fmla="*/ 692214 w 1387475"/>
              <a:gd name="connsiteY0" fmla="*/ 0 h 1609023"/>
              <a:gd name="connsiteX1" fmla="*/ 695360 w 1387475"/>
              <a:gd name="connsiteY1" fmla="*/ 0 h 1609023"/>
              <a:gd name="connsiteX2" fmla="*/ 1387475 w 1387475"/>
              <a:gd name="connsiteY2" fmla="*/ 346058 h 1609023"/>
              <a:gd name="connsiteX3" fmla="*/ 1387475 w 1387475"/>
              <a:gd name="connsiteY3" fmla="*/ 1262179 h 1609023"/>
              <a:gd name="connsiteX4" fmla="*/ 693787 w 1387475"/>
              <a:gd name="connsiteY4" fmla="*/ 1609023 h 1609023"/>
              <a:gd name="connsiteX5" fmla="*/ 0 w 1387475"/>
              <a:gd name="connsiteY5" fmla="*/ 1262129 h 1609023"/>
              <a:gd name="connsiteX6" fmla="*/ 0 w 1387475"/>
              <a:gd name="connsiteY6" fmla="*/ 346107 h 1609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87475" h="1609023">
                <a:moveTo>
                  <a:pt x="692214" y="0"/>
                </a:moveTo>
                <a:lnTo>
                  <a:pt x="695360" y="0"/>
                </a:lnTo>
                <a:lnTo>
                  <a:pt x="1387475" y="346058"/>
                </a:lnTo>
                <a:lnTo>
                  <a:pt x="1387475" y="1262179"/>
                </a:lnTo>
                <a:lnTo>
                  <a:pt x="693787" y="1609023"/>
                </a:lnTo>
                <a:lnTo>
                  <a:pt x="0" y="1262129"/>
                </a:lnTo>
                <a:lnTo>
                  <a:pt x="0" y="346107"/>
                </a:lnTo>
                <a:close/>
              </a:path>
            </a:pathLst>
          </a:custGeom>
        </p:spPr>
        <p:txBody>
          <a:bodyPr wrap="square" anchor="ctr">
            <a:noAutofit/>
          </a:bodyPr>
          <a:lstStyle>
            <a:lvl1pPr marL="0" indent="0" algn="ctr">
              <a:buNone/>
              <a:defRPr sz="1400"/>
            </a:lvl1pPr>
          </a:lstStyle>
          <a:p>
            <a:endParaRPr lang="en-US"/>
          </a:p>
        </p:txBody>
      </p:sp>
    </p:spTree>
    <p:extLst>
      <p:ext uri="{BB962C8B-B14F-4D97-AF65-F5344CB8AC3E}">
        <p14:creationId xmlns:p14="http://schemas.microsoft.com/office/powerpoint/2010/main" val="515260961"/>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E60789B-B2CE-47B4-919F-70C6DAB9CF6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0D5A94A-FC61-48A6-9910-75A4B805B8D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3DA1DBD-5C0C-4888-B917-44054DB025E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13D84E3-1DE8-4F33-A884-614083C34056}" type="datetimeFigureOut">
              <a:rPr lang="en-US" smtClean="0"/>
              <a:pPr/>
              <a:t>12/24/2024</a:t>
            </a:fld>
            <a:endParaRPr lang="en-US"/>
          </a:p>
        </p:txBody>
      </p:sp>
      <p:sp>
        <p:nvSpPr>
          <p:cNvPr id="5" name="Footer Placeholder 4">
            <a:extLst>
              <a:ext uri="{FF2B5EF4-FFF2-40B4-BE49-F238E27FC236}">
                <a16:creationId xmlns:a16="http://schemas.microsoft.com/office/drawing/2014/main" id="{CB77358C-9098-4674-ACDB-BDD372543BC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827513AF-9268-426C-B69C-DB3CADD7416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A9078B4-09E3-4E92-BBC9-74AC7508B2E8}" type="slidenum">
              <a:rPr lang="en-US" smtClean="0"/>
              <a:pPr/>
              <a:t>‹N°›</a:t>
            </a:fld>
            <a:endParaRPr lang="en-US"/>
          </a:p>
        </p:txBody>
      </p:sp>
    </p:spTree>
    <p:extLst>
      <p:ext uri="{BB962C8B-B14F-4D97-AF65-F5344CB8AC3E}">
        <p14:creationId xmlns:p14="http://schemas.microsoft.com/office/powerpoint/2010/main" val="75364562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7.xml"/><Relationship Id="rId1" Type="http://schemas.openxmlformats.org/officeDocument/2006/relationships/themeOverride" Target="../theme/themeOverride1.xml"/><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7.xml"/><Relationship Id="rId1" Type="http://schemas.openxmlformats.org/officeDocument/2006/relationships/themeOverride" Target="../theme/themeOverride2.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7.xml"/><Relationship Id="rId1" Type="http://schemas.openxmlformats.org/officeDocument/2006/relationships/themeOverride" Target="../theme/themeOverride3.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7.xml"/><Relationship Id="rId1" Type="http://schemas.openxmlformats.org/officeDocument/2006/relationships/themeOverride" Target="../theme/themeOverride4.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7.xml"/><Relationship Id="rId1" Type="http://schemas.openxmlformats.org/officeDocument/2006/relationships/themeOverride" Target="../theme/themeOverride5.xml"/><Relationship Id="rId5" Type="http://schemas.openxmlformats.org/officeDocument/2006/relationships/image" Target="../media/image3.svg"/><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7.xml"/><Relationship Id="rId1" Type="http://schemas.openxmlformats.org/officeDocument/2006/relationships/themeOverride" Target="../theme/themeOverride6.xml"/><Relationship Id="rId5" Type="http://schemas.openxmlformats.org/officeDocument/2006/relationships/image" Target="../media/image5.svg"/><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7.xml"/><Relationship Id="rId1" Type="http://schemas.openxmlformats.org/officeDocument/2006/relationships/themeOverride" Target="../theme/themeOverride7.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7.xml"/><Relationship Id="rId4" Type="http://schemas.openxmlformats.org/officeDocument/2006/relationships/image" Target="../media/image7.svg"/></Relationships>
</file>

<file path=ppt/slides/_rels/slide9.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7.xml"/><Relationship Id="rId1" Type="http://schemas.openxmlformats.org/officeDocument/2006/relationships/themeOverride" Target="../theme/themeOverride8.xml"/></Relationships>
</file>

<file path=ppt/slides/_rels/slide13.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3.xml"/><Relationship Id="rId1" Type="http://schemas.openxmlformats.org/officeDocument/2006/relationships/slideLayout" Target="../slideLayouts/slideLayout7.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4.xml"/><Relationship Id="rId1" Type="http://schemas.openxmlformats.org/officeDocument/2006/relationships/slideLayout" Target="../slideLayouts/slideLayout7.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hemeOverride" Target="../theme/themeOverride9.xml"/></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hemeOverride" Target="../theme/themeOverride10.xml"/></Relationships>
</file>

<file path=ppt/slides/_rels/slide18.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15.xml"/><Relationship Id="rId1" Type="http://schemas.openxmlformats.org/officeDocument/2006/relationships/slideLayout" Target="../slideLayouts/slideLayout7.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30" name="TextBox 229">
            <a:extLst>
              <a:ext uri="{FF2B5EF4-FFF2-40B4-BE49-F238E27FC236}">
                <a16:creationId xmlns:a16="http://schemas.microsoft.com/office/drawing/2014/main" id="{979B836E-89A8-46B0-BD29-37517DA519CC}"/>
              </a:ext>
            </a:extLst>
          </p:cNvPr>
          <p:cNvSpPr txBox="1"/>
          <p:nvPr/>
        </p:nvSpPr>
        <p:spPr>
          <a:xfrm>
            <a:off x="1458435" y="2637863"/>
            <a:ext cx="9463994" cy="1323439"/>
          </a:xfrm>
          <a:prstGeom prst="rect">
            <a:avLst/>
          </a:prstGeom>
          <a:noFill/>
        </p:spPr>
        <p:txBody>
          <a:bodyPr wrap="square" rtlCol="0" anchor="ctr">
            <a:spAutoFit/>
          </a:bodyPr>
          <a:lstStyle/>
          <a:p>
            <a:pPr algn="ctr">
              <a:spcAft>
                <a:spcPts val="800"/>
              </a:spcAft>
              <a:defRPr/>
            </a:pPr>
            <a:r>
              <a:rPr lang="fr-FR" sz="4000" dirty="0">
                <a:solidFill>
                  <a:prstClr val="black">
                    <a:lumMod val="85000"/>
                    <a:lumOff val="15000"/>
                  </a:prstClr>
                </a:solidFill>
                <a:latin typeface="Bahnschrift Light Condensed" panose="020B0502040204020203" pitchFamily="34" charset="0"/>
                <a:cs typeface="Arial" pitchFamily="34" charset="0"/>
                <a:sym typeface="Open Sans Extra Bold"/>
              </a:rPr>
              <a:t>Apprentissage automatique pour la sécurité informatique</a:t>
            </a:r>
            <a:endParaRPr lang="en-US" sz="4000" dirty="0">
              <a:solidFill>
                <a:prstClr val="black">
                  <a:lumMod val="85000"/>
                  <a:lumOff val="15000"/>
                </a:prstClr>
              </a:solidFill>
              <a:latin typeface="Bahnschrift Light Condensed" panose="020B0502040204020203" pitchFamily="34" charset="0"/>
              <a:cs typeface="Arial" pitchFamily="34" charset="0"/>
              <a:sym typeface="Open Sans Extra Bold"/>
            </a:endParaRPr>
          </a:p>
        </p:txBody>
      </p:sp>
      <p:sp>
        <p:nvSpPr>
          <p:cNvPr id="231" name="TextBox 230">
            <a:extLst>
              <a:ext uri="{FF2B5EF4-FFF2-40B4-BE49-F238E27FC236}">
                <a16:creationId xmlns:a16="http://schemas.microsoft.com/office/drawing/2014/main" id="{9CCFE827-BBEC-4714-A60A-3894EE62CC9E}"/>
              </a:ext>
            </a:extLst>
          </p:cNvPr>
          <p:cNvSpPr txBox="1"/>
          <p:nvPr/>
        </p:nvSpPr>
        <p:spPr>
          <a:xfrm>
            <a:off x="1298654" y="2265494"/>
            <a:ext cx="9783555" cy="369332"/>
          </a:xfrm>
          <a:prstGeom prst="rect">
            <a:avLst/>
          </a:prstGeom>
          <a:noFill/>
        </p:spPr>
        <p:txBody>
          <a:bodyPr wrap="square"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altLang="ko-KR" b="1" i="0" u="none" strike="noStrike" kern="1200" cap="none" spc="0" normalizeH="0" baseline="0" noProof="0" dirty="0">
                <a:ln>
                  <a:noFill/>
                </a:ln>
                <a:solidFill>
                  <a:prstClr val="black">
                    <a:lumMod val="85000"/>
                    <a:lumOff val="15000"/>
                  </a:prstClr>
                </a:solidFill>
                <a:effectLst/>
                <a:uLnTx/>
                <a:uFillTx/>
                <a:latin typeface="Georgia" panose="02040502050405020303" pitchFamily="18" charset="0"/>
                <a:cs typeface="Calibri" panose="020F0502020204030204" pitchFamily="34" charset="0"/>
              </a:rPr>
              <a:t>Soutenance de Projet</a:t>
            </a:r>
            <a:endParaRPr kumimoji="0" lang="ko-KR" altLang="en-US" b="1" i="0" u="none" strike="noStrike" kern="1200" cap="none" spc="0" normalizeH="0" baseline="0" noProof="0" dirty="0">
              <a:ln>
                <a:noFill/>
              </a:ln>
              <a:solidFill>
                <a:prstClr val="black">
                  <a:lumMod val="85000"/>
                  <a:lumOff val="15000"/>
                </a:prstClr>
              </a:solidFill>
              <a:effectLst/>
              <a:uLnTx/>
              <a:uFillTx/>
              <a:latin typeface="Georgia" panose="02040502050405020303" pitchFamily="18" charset="0"/>
              <a:cs typeface="Calibri" panose="020F0502020204030204" pitchFamily="34" charset="0"/>
            </a:endParaRPr>
          </a:p>
        </p:txBody>
      </p:sp>
      <p:sp>
        <p:nvSpPr>
          <p:cNvPr id="25" name="ZoneTexte 24">
            <a:extLst>
              <a:ext uri="{FF2B5EF4-FFF2-40B4-BE49-F238E27FC236}">
                <a16:creationId xmlns:a16="http://schemas.microsoft.com/office/drawing/2014/main" id="{4C8D0A12-B1CF-4C21-8616-DEB0B6BD6A97}"/>
              </a:ext>
            </a:extLst>
          </p:cNvPr>
          <p:cNvSpPr txBox="1"/>
          <p:nvPr/>
        </p:nvSpPr>
        <p:spPr>
          <a:xfrm>
            <a:off x="2083387" y="4522283"/>
            <a:ext cx="2410361" cy="1155509"/>
          </a:xfrm>
          <a:prstGeom prst="rect">
            <a:avLst/>
          </a:prstGeom>
          <a:noFill/>
        </p:spPr>
        <p:txBody>
          <a:bodyPr wrap="square" rtlCol="0">
            <a:spAutoFit/>
          </a:bodyPr>
          <a:lstStyle/>
          <a:p>
            <a:pPr marL="0" marR="0" lvl="0" indent="0" algn="ctr" defTabSz="914400" rtl="0" eaLnBrk="1" fontAlgn="auto" latinLnBrk="0" hangingPunct="1">
              <a:lnSpc>
                <a:spcPct val="150000"/>
              </a:lnSpc>
              <a:spcBef>
                <a:spcPts val="0"/>
              </a:spcBef>
              <a:spcAft>
                <a:spcPts val="0"/>
              </a:spcAft>
              <a:buClrTx/>
              <a:buSzTx/>
              <a:buFontTx/>
              <a:buNone/>
              <a:tabLst/>
              <a:defRPr/>
            </a:pPr>
            <a:r>
              <a:rPr kumimoji="0" lang="fr-FR" sz="1600" b="0" i="0" u="none" strike="noStrike" kern="1200" cap="none" spc="0" normalizeH="0" baseline="0" noProof="0" dirty="0">
                <a:ln>
                  <a:noFill/>
                </a:ln>
                <a:solidFill>
                  <a:prstClr val="black"/>
                </a:solidFill>
                <a:effectLst/>
                <a:uLnTx/>
                <a:uFillTx/>
                <a:latin typeface="Georgia" panose="02040502050405020303" pitchFamily="18" charset="0"/>
              </a:rPr>
              <a:t>Réalisé par :</a:t>
            </a:r>
          </a:p>
          <a:p>
            <a:pPr marL="0" marR="0" lvl="0" indent="0" algn="ctr" defTabSz="914400" rtl="0" eaLnBrk="1" fontAlgn="auto" latinLnBrk="0" hangingPunct="1">
              <a:lnSpc>
                <a:spcPct val="150000"/>
              </a:lnSpc>
              <a:spcBef>
                <a:spcPts val="0"/>
              </a:spcBef>
              <a:spcAft>
                <a:spcPts val="0"/>
              </a:spcAft>
              <a:buClrTx/>
              <a:buSzTx/>
              <a:buFontTx/>
              <a:buNone/>
              <a:tabLst/>
              <a:defRPr/>
            </a:pPr>
            <a:r>
              <a:rPr lang="fr-FR" sz="1600" b="1" dirty="0">
                <a:solidFill>
                  <a:schemeClr val="accent1">
                    <a:lumMod val="75000"/>
                  </a:schemeClr>
                </a:solidFill>
                <a:latin typeface="Georgia" panose="02040502050405020303" pitchFamily="18" charset="0"/>
              </a:rPr>
              <a:t>Maryem YMIL</a:t>
            </a:r>
            <a:endParaRPr lang="fr-FR" sz="1600" b="1" dirty="0">
              <a:solidFill>
                <a:srgbClr val="E83650"/>
              </a:solidFill>
              <a:latin typeface="Georgia" panose="02040502050405020303" pitchFamily="18" charset="0"/>
            </a:endParaRPr>
          </a:p>
          <a:p>
            <a:pPr marL="0" marR="0" lvl="0" indent="0" algn="ctr" defTabSz="914400" rtl="0" eaLnBrk="1" fontAlgn="auto" latinLnBrk="0" hangingPunct="1">
              <a:lnSpc>
                <a:spcPct val="150000"/>
              </a:lnSpc>
              <a:spcBef>
                <a:spcPts val="0"/>
              </a:spcBef>
              <a:spcAft>
                <a:spcPts val="0"/>
              </a:spcAft>
              <a:buClrTx/>
              <a:buSzTx/>
              <a:buFontTx/>
              <a:buNone/>
              <a:tabLst/>
              <a:defRPr/>
            </a:pPr>
            <a:r>
              <a:rPr lang="fr-FR" sz="1600" b="1" dirty="0">
                <a:solidFill>
                  <a:schemeClr val="accent1">
                    <a:lumMod val="75000"/>
                  </a:schemeClr>
                </a:solidFill>
                <a:latin typeface="Georgia" panose="02040502050405020303" pitchFamily="18" charset="0"/>
              </a:rPr>
              <a:t>Maryam BOUFOUS</a:t>
            </a:r>
          </a:p>
        </p:txBody>
      </p:sp>
      <p:sp>
        <p:nvSpPr>
          <p:cNvPr id="8" name="Forme libre : forme 7">
            <a:extLst>
              <a:ext uri="{FF2B5EF4-FFF2-40B4-BE49-F238E27FC236}">
                <a16:creationId xmlns:a16="http://schemas.microsoft.com/office/drawing/2014/main" id="{AE953882-FE7D-4257-AC4A-8EAC7D1CAEF0}"/>
              </a:ext>
            </a:extLst>
          </p:cNvPr>
          <p:cNvSpPr/>
          <p:nvPr/>
        </p:nvSpPr>
        <p:spPr>
          <a:xfrm>
            <a:off x="121987" y="0"/>
            <a:ext cx="385263" cy="6886937"/>
          </a:xfrm>
          <a:custGeom>
            <a:avLst/>
            <a:gdLst>
              <a:gd name="connsiteX0" fmla="*/ 28484 w 385263"/>
              <a:gd name="connsiteY0" fmla="*/ 0 h 6886937"/>
              <a:gd name="connsiteX1" fmla="*/ 144231 w 385263"/>
              <a:gd name="connsiteY1" fmla="*/ 567159 h 6886937"/>
              <a:gd name="connsiteX2" fmla="*/ 5335 w 385263"/>
              <a:gd name="connsiteY2" fmla="*/ 1377387 h 6886937"/>
              <a:gd name="connsiteX3" fmla="*/ 63208 w 385263"/>
              <a:gd name="connsiteY3" fmla="*/ 2002420 h 6886937"/>
              <a:gd name="connsiteX4" fmla="*/ 375724 w 385263"/>
              <a:gd name="connsiteY4" fmla="*/ 3333509 h 6886937"/>
              <a:gd name="connsiteX5" fmla="*/ 283127 w 385263"/>
              <a:gd name="connsiteY5" fmla="*/ 4641448 h 6886937"/>
              <a:gd name="connsiteX6" fmla="*/ 63208 w 385263"/>
              <a:gd name="connsiteY6" fmla="*/ 5683170 h 6886937"/>
              <a:gd name="connsiteX7" fmla="*/ 155805 w 385263"/>
              <a:gd name="connsiteY7" fmla="*/ 6886937 h 68869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5263" h="6886937">
                <a:moveTo>
                  <a:pt x="28484" y="0"/>
                </a:moveTo>
                <a:cubicBezTo>
                  <a:pt x="88286" y="168797"/>
                  <a:pt x="148089" y="337595"/>
                  <a:pt x="144231" y="567159"/>
                </a:cubicBezTo>
                <a:cubicBezTo>
                  <a:pt x="140373" y="796723"/>
                  <a:pt x="18839" y="1138177"/>
                  <a:pt x="5335" y="1377387"/>
                </a:cubicBezTo>
                <a:cubicBezTo>
                  <a:pt x="-8169" y="1616597"/>
                  <a:pt x="1476" y="1676400"/>
                  <a:pt x="63208" y="2002420"/>
                </a:cubicBezTo>
                <a:cubicBezTo>
                  <a:pt x="124940" y="2328440"/>
                  <a:pt x="339071" y="2893671"/>
                  <a:pt x="375724" y="3333509"/>
                </a:cubicBezTo>
                <a:cubicBezTo>
                  <a:pt x="412377" y="3773347"/>
                  <a:pt x="335213" y="4249838"/>
                  <a:pt x="283127" y="4641448"/>
                </a:cubicBezTo>
                <a:cubicBezTo>
                  <a:pt x="231041" y="5033058"/>
                  <a:pt x="84428" y="5308922"/>
                  <a:pt x="63208" y="5683170"/>
                </a:cubicBezTo>
                <a:cubicBezTo>
                  <a:pt x="41988" y="6057418"/>
                  <a:pt x="142301" y="6694026"/>
                  <a:pt x="155805" y="6886937"/>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 name="Forme libre : forme 9">
            <a:extLst>
              <a:ext uri="{FF2B5EF4-FFF2-40B4-BE49-F238E27FC236}">
                <a16:creationId xmlns:a16="http://schemas.microsoft.com/office/drawing/2014/main" id="{FAEFD039-0739-4378-9389-0E3207ED1FA0}"/>
              </a:ext>
            </a:extLst>
          </p:cNvPr>
          <p:cNvSpPr/>
          <p:nvPr/>
        </p:nvSpPr>
        <p:spPr>
          <a:xfrm>
            <a:off x="20683" y="13083"/>
            <a:ext cx="455609" cy="6840638"/>
          </a:xfrm>
          <a:custGeom>
            <a:avLst/>
            <a:gdLst>
              <a:gd name="connsiteX0" fmla="*/ 291238 w 455609"/>
              <a:gd name="connsiteY0" fmla="*/ 0 h 6840638"/>
              <a:gd name="connsiteX1" fmla="*/ 1871 w 455609"/>
              <a:gd name="connsiteY1" fmla="*/ 636607 h 6840638"/>
              <a:gd name="connsiteX2" fmla="*/ 163917 w 455609"/>
              <a:gd name="connsiteY2" fmla="*/ 1898248 h 6840638"/>
              <a:gd name="connsiteX3" fmla="*/ 106043 w 455609"/>
              <a:gd name="connsiteY3" fmla="*/ 3044141 h 6840638"/>
              <a:gd name="connsiteX4" fmla="*/ 453284 w 455609"/>
              <a:gd name="connsiteY4" fmla="*/ 4942390 h 6840638"/>
              <a:gd name="connsiteX5" fmla="*/ 256514 w 455609"/>
              <a:gd name="connsiteY5" fmla="*/ 6123007 h 6840638"/>
              <a:gd name="connsiteX6" fmla="*/ 233365 w 455609"/>
              <a:gd name="connsiteY6" fmla="*/ 6840638 h 68406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55609" h="6840638">
                <a:moveTo>
                  <a:pt x="291238" y="0"/>
                </a:moveTo>
                <a:cubicBezTo>
                  <a:pt x="157164" y="160116"/>
                  <a:pt x="23091" y="320232"/>
                  <a:pt x="1871" y="636607"/>
                </a:cubicBezTo>
                <a:cubicBezTo>
                  <a:pt x="-19349" y="952982"/>
                  <a:pt x="146555" y="1496992"/>
                  <a:pt x="163917" y="1898248"/>
                </a:cubicBezTo>
                <a:cubicBezTo>
                  <a:pt x="181279" y="2299504"/>
                  <a:pt x="57815" y="2536784"/>
                  <a:pt x="106043" y="3044141"/>
                </a:cubicBezTo>
                <a:cubicBezTo>
                  <a:pt x="154271" y="3551498"/>
                  <a:pt x="428206" y="4429246"/>
                  <a:pt x="453284" y="4942390"/>
                </a:cubicBezTo>
                <a:cubicBezTo>
                  <a:pt x="478362" y="5455534"/>
                  <a:pt x="293167" y="5806632"/>
                  <a:pt x="256514" y="6123007"/>
                </a:cubicBezTo>
                <a:cubicBezTo>
                  <a:pt x="219861" y="6439382"/>
                  <a:pt x="252656" y="6618790"/>
                  <a:pt x="233365" y="6840638"/>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 name="Forme libre : forme 13">
            <a:extLst>
              <a:ext uri="{FF2B5EF4-FFF2-40B4-BE49-F238E27FC236}">
                <a16:creationId xmlns:a16="http://schemas.microsoft.com/office/drawing/2014/main" id="{18CA1B5D-CB97-4985-ADA9-BE6B142DF495}"/>
              </a:ext>
            </a:extLst>
          </p:cNvPr>
          <p:cNvSpPr/>
          <p:nvPr/>
        </p:nvSpPr>
        <p:spPr>
          <a:xfrm>
            <a:off x="281011" y="4279"/>
            <a:ext cx="335880" cy="6840638"/>
          </a:xfrm>
          <a:custGeom>
            <a:avLst/>
            <a:gdLst>
              <a:gd name="connsiteX0" fmla="*/ 220133 w 335880"/>
              <a:gd name="connsiteY0" fmla="*/ 0 h 6840638"/>
              <a:gd name="connsiteX1" fmla="*/ 81237 w 335880"/>
              <a:gd name="connsiteY1" fmla="*/ 1053297 h 6840638"/>
              <a:gd name="connsiteX2" fmla="*/ 208558 w 335880"/>
              <a:gd name="connsiteY2" fmla="*/ 2754775 h 6840638"/>
              <a:gd name="connsiteX3" fmla="*/ 214 w 335880"/>
              <a:gd name="connsiteY3" fmla="*/ 3565003 h 6840638"/>
              <a:gd name="connsiteX4" fmla="*/ 254857 w 335880"/>
              <a:gd name="connsiteY4" fmla="*/ 5162309 h 6840638"/>
              <a:gd name="connsiteX5" fmla="*/ 335880 w 335880"/>
              <a:gd name="connsiteY5" fmla="*/ 6840638 h 68406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35880" h="6840638">
                <a:moveTo>
                  <a:pt x="220133" y="0"/>
                </a:moveTo>
                <a:cubicBezTo>
                  <a:pt x="151649" y="297084"/>
                  <a:pt x="83166" y="594168"/>
                  <a:pt x="81237" y="1053297"/>
                </a:cubicBezTo>
                <a:cubicBezTo>
                  <a:pt x="79308" y="1512426"/>
                  <a:pt x="222062" y="2336157"/>
                  <a:pt x="208558" y="2754775"/>
                </a:cubicBezTo>
                <a:cubicBezTo>
                  <a:pt x="195054" y="3173393"/>
                  <a:pt x="-7502" y="3163747"/>
                  <a:pt x="214" y="3565003"/>
                </a:cubicBezTo>
                <a:cubicBezTo>
                  <a:pt x="7930" y="3966259"/>
                  <a:pt x="198913" y="4616370"/>
                  <a:pt x="254857" y="5162309"/>
                </a:cubicBezTo>
                <a:cubicBezTo>
                  <a:pt x="310801" y="5708248"/>
                  <a:pt x="299227" y="6456744"/>
                  <a:pt x="335880" y="6840638"/>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 name="ZoneTexte 15">
            <a:extLst>
              <a:ext uri="{FF2B5EF4-FFF2-40B4-BE49-F238E27FC236}">
                <a16:creationId xmlns:a16="http://schemas.microsoft.com/office/drawing/2014/main" id="{7DA629A2-2D98-A38E-6D79-447A7486118B}"/>
              </a:ext>
            </a:extLst>
          </p:cNvPr>
          <p:cNvSpPr txBox="1"/>
          <p:nvPr/>
        </p:nvSpPr>
        <p:spPr>
          <a:xfrm>
            <a:off x="8031551" y="4522283"/>
            <a:ext cx="3138297" cy="1155509"/>
          </a:xfrm>
          <a:prstGeom prst="rect">
            <a:avLst/>
          </a:prstGeom>
          <a:noFill/>
        </p:spPr>
        <p:txBody>
          <a:bodyPr wrap="square" rtlCol="0">
            <a:spAutoFit/>
          </a:bodyPr>
          <a:lstStyle/>
          <a:p>
            <a:pPr marL="0" marR="0" lvl="0" indent="0" algn="ctr" defTabSz="914400" rtl="0" eaLnBrk="1" fontAlgn="auto" latinLnBrk="0" hangingPunct="1">
              <a:lnSpc>
                <a:spcPct val="150000"/>
              </a:lnSpc>
              <a:spcBef>
                <a:spcPts val="0"/>
              </a:spcBef>
              <a:spcAft>
                <a:spcPts val="0"/>
              </a:spcAft>
              <a:buClrTx/>
              <a:buSzTx/>
              <a:buFontTx/>
              <a:buNone/>
              <a:tabLst/>
              <a:defRPr/>
            </a:pPr>
            <a:r>
              <a:rPr kumimoji="0" lang="fr-FR" sz="1600" b="0" i="0" u="none" strike="noStrike" kern="1200" cap="none" spc="0" normalizeH="0" baseline="0" noProof="0" dirty="0">
                <a:ln>
                  <a:noFill/>
                </a:ln>
                <a:solidFill>
                  <a:prstClr val="black"/>
                </a:solidFill>
                <a:effectLst/>
                <a:uLnTx/>
                <a:uFillTx/>
                <a:latin typeface="Georgia" panose="02040502050405020303" pitchFamily="18" charset="0"/>
              </a:rPr>
              <a:t>Encadré par :</a:t>
            </a:r>
          </a:p>
          <a:p>
            <a:pPr algn="ctr">
              <a:lnSpc>
                <a:spcPct val="150000"/>
              </a:lnSpc>
              <a:defRPr/>
            </a:pPr>
            <a:r>
              <a:rPr lang="fr-FR" sz="1600" b="1" dirty="0">
                <a:solidFill>
                  <a:schemeClr val="accent1">
                    <a:lumMod val="75000"/>
                  </a:schemeClr>
                </a:solidFill>
                <a:latin typeface="Georgia" panose="02040502050405020303" pitchFamily="18" charset="0"/>
                <a:sym typeface="Poppins"/>
              </a:rPr>
              <a:t>Pr. Hajar LAZAR </a:t>
            </a:r>
          </a:p>
          <a:p>
            <a:pPr marL="0" marR="0" lvl="0" indent="0" algn="ctr" defTabSz="914400" rtl="0" eaLnBrk="1" fontAlgn="auto" latinLnBrk="0" hangingPunct="1">
              <a:lnSpc>
                <a:spcPct val="150000"/>
              </a:lnSpc>
              <a:spcBef>
                <a:spcPts val="0"/>
              </a:spcBef>
              <a:spcAft>
                <a:spcPts val="0"/>
              </a:spcAft>
              <a:buClrTx/>
              <a:buSzTx/>
              <a:buFontTx/>
              <a:buNone/>
              <a:tabLst/>
              <a:defRPr/>
            </a:pPr>
            <a:endParaRPr lang="fr-FR" sz="1600" b="1" dirty="0">
              <a:solidFill>
                <a:prstClr val="black"/>
              </a:solidFill>
              <a:latin typeface="Georgia" panose="02040502050405020303" pitchFamily="18" charset="0"/>
            </a:endParaRPr>
          </a:p>
        </p:txBody>
      </p:sp>
      <p:sp>
        <p:nvSpPr>
          <p:cNvPr id="2" name="ZoneTexte 1">
            <a:extLst>
              <a:ext uri="{FF2B5EF4-FFF2-40B4-BE49-F238E27FC236}">
                <a16:creationId xmlns:a16="http://schemas.microsoft.com/office/drawing/2014/main" id="{A44EDFBF-F206-DBBB-2B4C-01D2399F55EE}"/>
              </a:ext>
            </a:extLst>
          </p:cNvPr>
          <p:cNvSpPr txBox="1"/>
          <p:nvPr/>
        </p:nvSpPr>
        <p:spPr>
          <a:xfrm>
            <a:off x="4504518" y="6432265"/>
            <a:ext cx="3527033" cy="376257"/>
          </a:xfrm>
          <a:prstGeom prst="rect">
            <a:avLst/>
          </a:prstGeom>
          <a:noFill/>
        </p:spPr>
        <p:txBody>
          <a:bodyPr wrap="square" rtlCol="0">
            <a:spAutoFit/>
          </a:bodyPr>
          <a:lstStyle/>
          <a:p>
            <a:pPr marL="0" marR="0" lvl="0" indent="0" algn="ctr" defTabSz="914400" rtl="0" eaLnBrk="1" fontAlgn="auto" latinLnBrk="0" hangingPunct="1">
              <a:lnSpc>
                <a:spcPct val="150000"/>
              </a:lnSpc>
              <a:spcBef>
                <a:spcPts val="0"/>
              </a:spcBef>
              <a:spcAft>
                <a:spcPts val="0"/>
              </a:spcAft>
              <a:buClrTx/>
              <a:buSzTx/>
              <a:buFontTx/>
              <a:buNone/>
              <a:tabLst/>
              <a:defRPr/>
            </a:pPr>
            <a:r>
              <a:rPr lang="fr-FR" sz="1400" dirty="0">
                <a:solidFill>
                  <a:prstClr val="black"/>
                </a:solidFill>
                <a:latin typeface="Georgia" panose="02040502050405020303" pitchFamily="18" charset="0"/>
              </a:rPr>
              <a:t>Année universitaire: 2024-2025</a:t>
            </a:r>
            <a:endParaRPr lang="fr-FR" sz="1400" b="1" dirty="0">
              <a:solidFill>
                <a:srgbClr val="E83650"/>
              </a:solidFill>
              <a:latin typeface="Georgia" panose="02040502050405020303" pitchFamily="18" charset="0"/>
            </a:endParaRPr>
          </a:p>
        </p:txBody>
      </p:sp>
      <p:pic>
        <p:nvPicPr>
          <p:cNvPr id="9" name="Image 8" descr="Une image contenant texte, Police, graphisme, Graphique&#10;&#10;Description générée automatiquement">
            <a:extLst>
              <a:ext uri="{FF2B5EF4-FFF2-40B4-BE49-F238E27FC236}">
                <a16:creationId xmlns:a16="http://schemas.microsoft.com/office/drawing/2014/main" id="{C890336F-CC0A-50CE-A18C-47E467C1D50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663974" y="-53282"/>
            <a:ext cx="3052919" cy="1231880"/>
          </a:xfrm>
          <a:prstGeom prst="rect">
            <a:avLst/>
          </a:prstGeom>
        </p:spPr>
      </p:pic>
      <p:sp>
        <p:nvSpPr>
          <p:cNvPr id="12" name="Forme libre : forme 11">
            <a:extLst>
              <a:ext uri="{FF2B5EF4-FFF2-40B4-BE49-F238E27FC236}">
                <a16:creationId xmlns:a16="http://schemas.microsoft.com/office/drawing/2014/main" id="{D95B42B6-4394-8B7F-D86F-E3E0A3E0C7E3}"/>
              </a:ext>
            </a:extLst>
          </p:cNvPr>
          <p:cNvSpPr/>
          <p:nvPr/>
        </p:nvSpPr>
        <p:spPr>
          <a:xfrm>
            <a:off x="433411" y="13083"/>
            <a:ext cx="335880" cy="6984234"/>
          </a:xfrm>
          <a:custGeom>
            <a:avLst/>
            <a:gdLst>
              <a:gd name="connsiteX0" fmla="*/ 220133 w 335880"/>
              <a:gd name="connsiteY0" fmla="*/ 0 h 6840638"/>
              <a:gd name="connsiteX1" fmla="*/ 81237 w 335880"/>
              <a:gd name="connsiteY1" fmla="*/ 1053297 h 6840638"/>
              <a:gd name="connsiteX2" fmla="*/ 208558 w 335880"/>
              <a:gd name="connsiteY2" fmla="*/ 2754775 h 6840638"/>
              <a:gd name="connsiteX3" fmla="*/ 214 w 335880"/>
              <a:gd name="connsiteY3" fmla="*/ 3565003 h 6840638"/>
              <a:gd name="connsiteX4" fmla="*/ 254857 w 335880"/>
              <a:gd name="connsiteY4" fmla="*/ 5162309 h 6840638"/>
              <a:gd name="connsiteX5" fmla="*/ 335880 w 335880"/>
              <a:gd name="connsiteY5" fmla="*/ 6840638 h 68406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35880" h="6840638">
                <a:moveTo>
                  <a:pt x="220133" y="0"/>
                </a:moveTo>
                <a:cubicBezTo>
                  <a:pt x="151649" y="297084"/>
                  <a:pt x="83166" y="594168"/>
                  <a:pt x="81237" y="1053297"/>
                </a:cubicBezTo>
                <a:cubicBezTo>
                  <a:pt x="79308" y="1512426"/>
                  <a:pt x="222062" y="2336157"/>
                  <a:pt x="208558" y="2754775"/>
                </a:cubicBezTo>
                <a:cubicBezTo>
                  <a:pt x="195054" y="3173393"/>
                  <a:pt x="-7502" y="3163747"/>
                  <a:pt x="214" y="3565003"/>
                </a:cubicBezTo>
                <a:cubicBezTo>
                  <a:pt x="7930" y="3966259"/>
                  <a:pt x="198913" y="4616370"/>
                  <a:pt x="254857" y="5162309"/>
                </a:cubicBezTo>
                <a:cubicBezTo>
                  <a:pt x="310801" y="5708248"/>
                  <a:pt x="299227" y="6456744"/>
                  <a:pt x="335880" y="6840638"/>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3179643597"/>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xmlns:p14="http://schemas.microsoft.com/office/powerpoint/2010/main" spd="med" p14:dur="600">
        <p159:morph option="byObject"/>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 name="Freeform: Shape 12">
            <a:extLst>
              <a:ext uri="{FF2B5EF4-FFF2-40B4-BE49-F238E27FC236}">
                <a16:creationId xmlns:a16="http://schemas.microsoft.com/office/drawing/2014/main" id="{D5DB1EDF-15E7-4595-B452-9F91462EA50E}"/>
              </a:ext>
            </a:extLst>
          </p:cNvPr>
          <p:cNvSpPr/>
          <p:nvPr/>
        </p:nvSpPr>
        <p:spPr>
          <a:xfrm rot="10800000">
            <a:off x="514352" y="198636"/>
            <a:ext cx="3520180" cy="6346429"/>
          </a:xfrm>
          <a:custGeom>
            <a:avLst/>
            <a:gdLst>
              <a:gd name="connsiteX0" fmla="*/ 9526 w 3470338"/>
              <a:gd name="connsiteY0" fmla="*/ 0 h 6346429"/>
              <a:gd name="connsiteX1" fmla="*/ 3470338 w 3470338"/>
              <a:gd name="connsiteY1" fmla="*/ 0 h 6346429"/>
              <a:gd name="connsiteX2" fmla="*/ 3470338 w 3470338"/>
              <a:gd name="connsiteY2" fmla="*/ 6346429 h 6346429"/>
              <a:gd name="connsiteX3" fmla="*/ 9526 w 3470338"/>
              <a:gd name="connsiteY3" fmla="*/ 6346429 h 6346429"/>
              <a:gd name="connsiteX4" fmla="*/ 7830 w 3470338"/>
              <a:gd name="connsiteY4" fmla="*/ 5754489 h 6346429"/>
              <a:gd name="connsiteX5" fmla="*/ 1066800 w 3470338"/>
              <a:gd name="connsiteY5" fmla="*/ 5754489 h 6346429"/>
              <a:gd name="connsiteX6" fmla="*/ 1066800 w 3470338"/>
              <a:gd name="connsiteY6" fmla="*/ 3173214 h 6346429"/>
              <a:gd name="connsiteX7" fmla="*/ 437 w 3470338"/>
              <a:gd name="connsiteY7" fmla="*/ 3173214 h 6346429"/>
              <a:gd name="connsiteX8" fmla="*/ 0 w 3470338"/>
              <a:gd name="connsiteY8" fmla="*/ 3020814 h 6346429"/>
              <a:gd name="connsiteX9" fmla="*/ 9526 w 3470338"/>
              <a:gd name="connsiteY9" fmla="*/ 0 h 6346429"/>
              <a:gd name="connsiteX0" fmla="*/ 9526 w 3470338"/>
              <a:gd name="connsiteY0" fmla="*/ 0 h 6346429"/>
              <a:gd name="connsiteX1" fmla="*/ 3470338 w 3470338"/>
              <a:gd name="connsiteY1" fmla="*/ 0 h 6346429"/>
              <a:gd name="connsiteX2" fmla="*/ 3470338 w 3470338"/>
              <a:gd name="connsiteY2" fmla="*/ 6346429 h 6346429"/>
              <a:gd name="connsiteX3" fmla="*/ 9526 w 3470338"/>
              <a:gd name="connsiteY3" fmla="*/ 6346429 h 6346429"/>
              <a:gd name="connsiteX4" fmla="*/ 7830 w 3470338"/>
              <a:gd name="connsiteY4" fmla="*/ 5754489 h 6346429"/>
              <a:gd name="connsiteX5" fmla="*/ 1066800 w 3470338"/>
              <a:gd name="connsiteY5" fmla="*/ 5754489 h 6346429"/>
              <a:gd name="connsiteX6" fmla="*/ 437 w 3470338"/>
              <a:gd name="connsiteY6" fmla="*/ 3173214 h 6346429"/>
              <a:gd name="connsiteX7" fmla="*/ 0 w 3470338"/>
              <a:gd name="connsiteY7" fmla="*/ 3020814 h 6346429"/>
              <a:gd name="connsiteX8" fmla="*/ 9526 w 3470338"/>
              <a:gd name="connsiteY8" fmla="*/ 0 h 6346429"/>
              <a:gd name="connsiteX0" fmla="*/ 1066800 w 3470338"/>
              <a:gd name="connsiteY0" fmla="*/ 5754489 h 6346429"/>
              <a:gd name="connsiteX1" fmla="*/ 437 w 3470338"/>
              <a:gd name="connsiteY1" fmla="*/ 3173214 h 6346429"/>
              <a:gd name="connsiteX2" fmla="*/ 0 w 3470338"/>
              <a:gd name="connsiteY2" fmla="*/ 3020814 h 6346429"/>
              <a:gd name="connsiteX3" fmla="*/ 9526 w 3470338"/>
              <a:gd name="connsiteY3" fmla="*/ 0 h 6346429"/>
              <a:gd name="connsiteX4" fmla="*/ 3470338 w 3470338"/>
              <a:gd name="connsiteY4" fmla="*/ 0 h 6346429"/>
              <a:gd name="connsiteX5" fmla="*/ 3470338 w 3470338"/>
              <a:gd name="connsiteY5" fmla="*/ 6346429 h 6346429"/>
              <a:gd name="connsiteX6" fmla="*/ 9526 w 3470338"/>
              <a:gd name="connsiteY6" fmla="*/ 6346429 h 6346429"/>
              <a:gd name="connsiteX7" fmla="*/ 7830 w 3470338"/>
              <a:gd name="connsiteY7" fmla="*/ 5754489 h 6346429"/>
              <a:gd name="connsiteX8" fmla="*/ 1158240 w 3470338"/>
              <a:gd name="connsiteY8" fmla="*/ 5845929 h 6346429"/>
              <a:gd name="connsiteX0" fmla="*/ 437 w 3470338"/>
              <a:gd name="connsiteY0" fmla="*/ 3173214 h 6346429"/>
              <a:gd name="connsiteX1" fmla="*/ 0 w 3470338"/>
              <a:gd name="connsiteY1" fmla="*/ 3020814 h 6346429"/>
              <a:gd name="connsiteX2" fmla="*/ 9526 w 3470338"/>
              <a:gd name="connsiteY2" fmla="*/ 0 h 6346429"/>
              <a:gd name="connsiteX3" fmla="*/ 3470338 w 3470338"/>
              <a:gd name="connsiteY3" fmla="*/ 0 h 6346429"/>
              <a:gd name="connsiteX4" fmla="*/ 3470338 w 3470338"/>
              <a:gd name="connsiteY4" fmla="*/ 6346429 h 6346429"/>
              <a:gd name="connsiteX5" fmla="*/ 9526 w 3470338"/>
              <a:gd name="connsiteY5" fmla="*/ 6346429 h 6346429"/>
              <a:gd name="connsiteX6" fmla="*/ 7830 w 3470338"/>
              <a:gd name="connsiteY6" fmla="*/ 5754489 h 6346429"/>
              <a:gd name="connsiteX7" fmla="*/ 1158240 w 3470338"/>
              <a:gd name="connsiteY7" fmla="*/ 5845929 h 6346429"/>
              <a:gd name="connsiteX0" fmla="*/ 437 w 3470338"/>
              <a:gd name="connsiteY0" fmla="*/ 3173214 h 6346429"/>
              <a:gd name="connsiteX1" fmla="*/ 0 w 3470338"/>
              <a:gd name="connsiteY1" fmla="*/ 3020814 h 6346429"/>
              <a:gd name="connsiteX2" fmla="*/ 9526 w 3470338"/>
              <a:gd name="connsiteY2" fmla="*/ 0 h 6346429"/>
              <a:gd name="connsiteX3" fmla="*/ 3470338 w 3470338"/>
              <a:gd name="connsiteY3" fmla="*/ 0 h 6346429"/>
              <a:gd name="connsiteX4" fmla="*/ 3470338 w 3470338"/>
              <a:gd name="connsiteY4" fmla="*/ 6346429 h 6346429"/>
              <a:gd name="connsiteX5" fmla="*/ 9526 w 3470338"/>
              <a:gd name="connsiteY5" fmla="*/ 6346429 h 6346429"/>
              <a:gd name="connsiteX6" fmla="*/ 7830 w 3470338"/>
              <a:gd name="connsiteY6" fmla="*/ 5754489 h 63464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470338" h="6346429">
                <a:moveTo>
                  <a:pt x="437" y="3173214"/>
                </a:moveTo>
                <a:cubicBezTo>
                  <a:pt x="291" y="3122414"/>
                  <a:pt x="146" y="3071614"/>
                  <a:pt x="0" y="3020814"/>
                </a:cubicBezTo>
                <a:cubicBezTo>
                  <a:pt x="3175" y="2013876"/>
                  <a:pt x="6351" y="1006938"/>
                  <a:pt x="9526" y="0"/>
                </a:cubicBezTo>
                <a:lnTo>
                  <a:pt x="3470338" y="0"/>
                </a:lnTo>
                <a:lnTo>
                  <a:pt x="3470338" y="6346429"/>
                </a:lnTo>
                <a:lnTo>
                  <a:pt x="9526" y="6346429"/>
                </a:lnTo>
                <a:cubicBezTo>
                  <a:pt x="8961" y="6149116"/>
                  <a:pt x="8395" y="5951802"/>
                  <a:pt x="7830" y="5754489"/>
                </a:cubicBezTo>
              </a:path>
            </a:pathLst>
          </a:custGeom>
          <a:ln>
            <a:headEnd type="none" w="med" len="med"/>
            <a:tailEnd type="none" w="med" len="med"/>
          </a:ln>
        </p:spPr>
        <p:style>
          <a:lnRef idx="3">
            <a:schemeClr val="accent5"/>
          </a:lnRef>
          <a:fillRef idx="0">
            <a:schemeClr val="accent5"/>
          </a:fillRef>
          <a:effectRef idx="2">
            <a:schemeClr val="accent5"/>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a:ea typeface="+mn-ea"/>
              <a:cs typeface="+mn-cs"/>
            </a:endParaRPr>
          </a:p>
        </p:txBody>
      </p:sp>
      <p:sp>
        <p:nvSpPr>
          <p:cNvPr id="10" name="TextBox 9">
            <a:extLst>
              <a:ext uri="{FF2B5EF4-FFF2-40B4-BE49-F238E27FC236}">
                <a16:creationId xmlns:a16="http://schemas.microsoft.com/office/drawing/2014/main" id="{84E30B14-43CA-4E7D-936F-23507881ADF8}"/>
              </a:ext>
            </a:extLst>
          </p:cNvPr>
          <p:cNvSpPr txBox="1"/>
          <p:nvPr/>
        </p:nvSpPr>
        <p:spPr>
          <a:xfrm>
            <a:off x="1779656" y="1911555"/>
            <a:ext cx="6829425" cy="492443"/>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prstClr val="black">
                    <a:lumMod val="85000"/>
                    <a:lumOff val="15000"/>
                  </a:prstClr>
                </a:solidFill>
                <a:effectLst/>
                <a:uLnTx/>
                <a:uFillTx/>
                <a:latin typeface="Segoe UI"/>
              </a:rPr>
              <a:t>PLAN</a:t>
            </a:r>
            <a:endParaRPr kumimoji="0" lang="en-US" sz="3200" b="0" i="0" u="none" strike="noStrike" kern="1200" cap="none" spc="0" normalizeH="0" baseline="0" noProof="0" dirty="0">
              <a:ln>
                <a:noFill/>
              </a:ln>
              <a:solidFill>
                <a:prstClr val="black">
                  <a:lumMod val="85000"/>
                  <a:lumOff val="15000"/>
                </a:prstClr>
              </a:solidFill>
              <a:effectLst/>
              <a:uLnTx/>
              <a:uFillTx/>
              <a:latin typeface="Segoe UI"/>
            </a:endParaRPr>
          </a:p>
        </p:txBody>
      </p:sp>
      <p:sp>
        <p:nvSpPr>
          <p:cNvPr id="11" name="Forme libre : forme 10">
            <a:extLst>
              <a:ext uri="{FF2B5EF4-FFF2-40B4-BE49-F238E27FC236}">
                <a16:creationId xmlns:a16="http://schemas.microsoft.com/office/drawing/2014/main" id="{22857DF4-A327-447C-866A-44159774B4A5}"/>
              </a:ext>
            </a:extLst>
          </p:cNvPr>
          <p:cNvSpPr/>
          <p:nvPr/>
        </p:nvSpPr>
        <p:spPr>
          <a:xfrm>
            <a:off x="11522264" y="-28937"/>
            <a:ext cx="385263" cy="6886937"/>
          </a:xfrm>
          <a:custGeom>
            <a:avLst/>
            <a:gdLst>
              <a:gd name="connsiteX0" fmla="*/ 28484 w 385263"/>
              <a:gd name="connsiteY0" fmla="*/ 0 h 6886937"/>
              <a:gd name="connsiteX1" fmla="*/ 144231 w 385263"/>
              <a:gd name="connsiteY1" fmla="*/ 567159 h 6886937"/>
              <a:gd name="connsiteX2" fmla="*/ 5335 w 385263"/>
              <a:gd name="connsiteY2" fmla="*/ 1377387 h 6886937"/>
              <a:gd name="connsiteX3" fmla="*/ 63208 w 385263"/>
              <a:gd name="connsiteY3" fmla="*/ 2002420 h 6886937"/>
              <a:gd name="connsiteX4" fmla="*/ 375724 w 385263"/>
              <a:gd name="connsiteY4" fmla="*/ 3333509 h 6886937"/>
              <a:gd name="connsiteX5" fmla="*/ 283127 w 385263"/>
              <a:gd name="connsiteY5" fmla="*/ 4641448 h 6886937"/>
              <a:gd name="connsiteX6" fmla="*/ 63208 w 385263"/>
              <a:gd name="connsiteY6" fmla="*/ 5683170 h 6886937"/>
              <a:gd name="connsiteX7" fmla="*/ 155805 w 385263"/>
              <a:gd name="connsiteY7" fmla="*/ 6886937 h 68869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5263" h="6886937">
                <a:moveTo>
                  <a:pt x="28484" y="0"/>
                </a:moveTo>
                <a:cubicBezTo>
                  <a:pt x="88286" y="168797"/>
                  <a:pt x="148089" y="337595"/>
                  <a:pt x="144231" y="567159"/>
                </a:cubicBezTo>
                <a:cubicBezTo>
                  <a:pt x="140373" y="796723"/>
                  <a:pt x="18839" y="1138177"/>
                  <a:pt x="5335" y="1377387"/>
                </a:cubicBezTo>
                <a:cubicBezTo>
                  <a:pt x="-8169" y="1616597"/>
                  <a:pt x="1476" y="1676400"/>
                  <a:pt x="63208" y="2002420"/>
                </a:cubicBezTo>
                <a:cubicBezTo>
                  <a:pt x="124940" y="2328440"/>
                  <a:pt x="339071" y="2893671"/>
                  <a:pt x="375724" y="3333509"/>
                </a:cubicBezTo>
                <a:cubicBezTo>
                  <a:pt x="412377" y="3773347"/>
                  <a:pt x="335213" y="4249838"/>
                  <a:pt x="283127" y="4641448"/>
                </a:cubicBezTo>
                <a:cubicBezTo>
                  <a:pt x="231041" y="5033058"/>
                  <a:pt x="84428" y="5308922"/>
                  <a:pt x="63208" y="5683170"/>
                </a:cubicBezTo>
                <a:cubicBezTo>
                  <a:pt x="41988" y="6057418"/>
                  <a:pt x="142301" y="6694026"/>
                  <a:pt x="155805" y="6886937"/>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 name="Forme libre : forme 13">
            <a:extLst>
              <a:ext uri="{FF2B5EF4-FFF2-40B4-BE49-F238E27FC236}">
                <a16:creationId xmlns:a16="http://schemas.microsoft.com/office/drawing/2014/main" id="{E6575A05-2604-4999-83D4-99CEE45FE06C}"/>
              </a:ext>
            </a:extLst>
          </p:cNvPr>
          <p:cNvSpPr/>
          <p:nvPr/>
        </p:nvSpPr>
        <p:spPr>
          <a:xfrm>
            <a:off x="11641993" y="8681"/>
            <a:ext cx="335880" cy="6840638"/>
          </a:xfrm>
          <a:custGeom>
            <a:avLst/>
            <a:gdLst>
              <a:gd name="connsiteX0" fmla="*/ 220133 w 335880"/>
              <a:gd name="connsiteY0" fmla="*/ 0 h 6840638"/>
              <a:gd name="connsiteX1" fmla="*/ 81237 w 335880"/>
              <a:gd name="connsiteY1" fmla="*/ 1053297 h 6840638"/>
              <a:gd name="connsiteX2" fmla="*/ 208558 w 335880"/>
              <a:gd name="connsiteY2" fmla="*/ 2754775 h 6840638"/>
              <a:gd name="connsiteX3" fmla="*/ 214 w 335880"/>
              <a:gd name="connsiteY3" fmla="*/ 3565003 h 6840638"/>
              <a:gd name="connsiteX4" fmla="*/ 254857 w 335880"/>
              <a:gd name="connsiteY4" fmla="*/ 5162309 h 6840638"/>
              <a:gd name="connsiteX5" fmla="*/ 335880 w 335880"/>
              <a:gd name="connsiteY5" fmla="*/ 6840638 h 68406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35880" h="6840638">
                <a:moveTo>
                  <a:pt x="220133" y="0"/>
                </a:moveTo>
                <a:cubicBezTo>
                  <a:pt x="151649" y="297084"/>
                  <a:pt x="83166" y="594168"/>
                  <a:pt x="81237" y="1053297"/>
                </a:cubicBezTo>
                <a:cubicBezTo>
                  <a:pt x="79308" y="1512426"/>
                  <a:pt x="222062" y="2336157"/>
                  <a:pt x="208558" y="2754775"/>
                </a:cubicBezTo>
                <a:cubicBezTo>
                  <a:pt x="195054" y="3173393"/>
                  <a:pt x="-7502" y="3163747"/>
                  <a:pt x="214" y="3565003"/>
                </a:cubicBezTo>
                <a:cubicBezTo>
                  <a:pt x="7930" y="3966259"/>
                  <a:pt x="198913" y="4616370"/>
                  <a:pt x="254857" y="5162309"/>
                </a:cubicBezTo>
                <a:cubicBezTo>
                  <a:pt x="310801" y="5708248"/>
                  <a:pt x="299227" y="6456744"/>
                  <a:pt x="335880" y="6840638"/>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 name="Espace réservé pour une image  2">
            <a:extLst>
              <a:ext uri="{FF2B5EF4-FFF2-40B4-BE49-F238E27FC236}">
                <a16:creationId xmlns:a16="http://schemas.microsoft.com/office/drawing/2014/main" id="{A8E0B86B-3C86-2345-7F98-80B99C0D254A}"/>
              </a:ext>
            </a:extLst>
          </p:cNvPr>
          <p:cNvSpPr>
            <a:spLocks noGrp="1" noChangeAspect="1"/>
          </p:cNvSpPr>
          <p:nvPr/>
        </p:nvSpPr>
        <p:spPr>
          <a:xfrm>
            <a:off x="4599561" y="1693833"/>
            <a:ext cx="398494" cy="316136"/>
          </a:xfrm>
          <a:custGeom>
            <a:avLst/>
            <a:gdLst>
              <a:gd name="connsiteX0" fmla="*/ 284480 w 897237"/>
              <a:gd name="connsiteY0" fmla="*/ 126982 h 711692"/>
              <a:gd name="connsiteX1" fmla="*/ 183091 w 897237"/>
              <a:gd name="connsiteY1" fmla="*/ 189982 h 711692"/>
              <a:gd name="connsiteX2" fmla="*/ 150607 w 897237"/>
              <a:gd name="connsiteY2" fmla="*/ 356338 h 711692"/>
              <a:gd name="connsiteX3" fmla="*/ 183091 w 897237"/>
              <a:gd name="connsiteY3" fmla="*/ 522695 h 711692"/>
              <a:gd name="connsiteX4" fmla="*/ 284480 w 897237"/>
              <a:gd name="connsiteY4" fmla="*/ 585694 h 711692"/>
              <a:gd name="connsiteX5" fmla="*/ 385869 w 897237"/>
              <a:gd name="connsiteY5" fmla="*/ 522695 h 711692"/>
              <a:gd name="connsiteX6" fmla="*/ 418352 w 897237"/>
              <a:gd name="connsiteY6" fmla="*/ 356338 h 711692"/>
              <a:gd name="connsiteX7" fmla="*/ 385869 w 897237"/>
              <a:gd name="connsiteY7" fmla="*/ 189982 h 711692"/>
              <a:gd name="connsiteX8" fmla="*/ 284480 w 897237"/>
              <a:gd name="connsiteY8" fmla="*/ 126982 h 711692"/>
              <a:gd name="connsiteX9" fmla="*/ 618664 w 897237"/>
              <a:gd name="connsiteY9" fmla="*/ 11813 h 711692"/>
              <a:gd name="connsiteX10" fmla="*/ 897237 w 897237"/>
              <a:gd name="connsiteY10" fmla="*/ 11813 h 711692"/>
              <a:gd name="connsiteX11" fmla="*/ 897237 w 897237"/>
              <a:gd name="connsiteY11" fmla="*/ 699879 h 711692"/>
              <a:gd name="connsiteX12" fmla="*/ 749583 w 897237"/>
              <a:gd name="connsiteY12" fmla="*/ 699879 h 711692"/>
              <a:gd name="connsiteX13" fmla="*/ 749583 w 897237"/>
              <a:gd name="connsiteY13" fmla="*/ 142733 h 711692"/>
              <a:gd name="connsiteX14" fmla="*/ 618664 w 897237"/>
              <a:gd name="connsiteY14" fmla="*/ 142733 h 711692"/>
              <a:gd name="connsiteX15" fmla="*/ 284480 w 897237"/>
              <a:gd name="connsiteY15" fmla="*/ 0 h 711692"/>
              <a:gd name="connsiteX16" fmla="*/ 498085 w 897237"/>
              <a:gd name="connsiteY16" fmla="*/ 96959 h 711692"/>
              <a:gd name="connsiteX17" fmla="*/ 568959 w 897237"/>
              <a:gd name="connsiteY17" fmla="*/ 355846 h 711692"/>
              <a:gd name="connsiteX18" fmla="*/ 498085 w 897237"/>
              <a:gd name="connsiteY18" fmla="*/ 614733 h 711692"/>
              <a:gd name="connsiteX19" fmla="*/ 284480 w 897237"/>
              <a:gd name="connsiteY19" fmla="*/ 711692 h 711692"/>
              <a:gd name="connsiteX20" fmla="*/ 70874 w 897237"/>
              <a:gd name="connsiteY20" fmla="*/ 614733 h 711692"/>
              <a:gd name="connsiteX21" fmla="*/ 0 w 897237"/>
              <a:gd name="connsiteY21" fmla="*/ 355846 h 711692"/>
              <a:gd name="connsiteX22" fmla="*/ 70874 w 897237"/>
              <a:gd name="connsiteY22" fmla="*/ 96959 h 711692"/>
              <a:gd name="connsiteX23" fmla="*/ 284480 w 897237"/>
              <a:gd name="connsiteY23" fmla="*/ 0 h 7116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897237" h="711692">
                <a:moveTo>
                  <a:pt x="284480" y="126982"/>
                </a:moveTo>
                <a:cubicBezTo>
                  <a:pt x="238543" y="126982"/>
                  <a:pt x="204747" y="147982"/>
                  <a:pt x="183091" y="189982"/>
                </a:cubicBezTo>
                <a:cubicBezTo>
                  <a:pt x="161435" y="231981"/>
                  <a:pt x="150607" y="287433"/>
                  <a:pt x="150607" y="356338"/>
                </a:cubicBezTo>
                <a:cubicBezTo>
                  <a:pt x="150607" y="425243"/>
                  <a:pt x="161435" y="480696"/>
                  <a:pt x="183091" y="522695"/>
                </a:cubicBezTo>
                <a:cubicBezTo>
                  <a:pt x="204747" y="564694"/>
                  <a:pt x="238543" y="585694"/>
                  <a:pt x="284480" y="585694"/>
                </a:cubicBezTo>
                <a:cubicBezTo>
                  <a:pt x="330417" y="585694"/>
                  <a:pt x="364213" y="564694"/>
                  <a:pt x="385869" y="522695"/>
                </a:cubicBezTo>
                <a:cubicBezTo>
                  <a:pt x="407525" y="480696"/>
                  <a:pt x="418352" y="425243"/>
                  <a:pt x="418352" y="356338"/>
                </a:cubicBezTo>
                <a:cubicBezTo>
                  <a:pt x="418352" y="287433"/>
                  <a:pt x="407525" y="231981"/>
                  <a:pt x="385869" y="189982"/>
                </a:cubicBezTo>
                <a:cubicBezTo>
                  <a:pt x="364213" y="147982"/>
                  <a:pt x="330417" y="126982"/>
                  <a:pt x="284480" y="126982"/>
                </a:cubicBezTo>
                <a:close/>
                <a:moveTo>
                  <a:pt x="618664" y="11813"/>
                </a:moveTo>
                <a:lnTo>
                  <a:pt x="897237" y="11813"/>
                </a:lnTo>
                <a:lnTo>
                  <a:pt x="897237" y="699879"/>
                </a:lnTo>
                <a:lnTo>
                  <a:pt x="749583" y="699879"/>
                </a:lnTo>
                <a:lnTo>
                  <a:pt x="749583" y="142733"/>
                </a:lnTo>
                <a:lnTo>
                  <a:pt x="618664" y="142733"/>
                </a:lnTo>
                <a:close/>
                <a:moveTo>
                  <a:pt x="284480" y="0"/>
                </a:moveTo>
                <a:cubicBezTo>
                  <a:pt x="379634" y="0"/>
                  <a:pt x="450836" y="32320"/>
                  <a:pt x="498085" y="96959"/>
                </a:cubicBezTo>
                <a:cubicBezTo>
                  <a:pt x="545335" y="161599"/>
                  <a:pt x="568959" y="247895"/>
                  <a:pt x="568959" y="355846"/>
                </a:cubicBezTo>
                <a:cubicBezTo>
                  <a:pt x="568959" y="463797"/>
                  <a:pt x="545335" y="550093"/>
                  <a:pt x="498085" y="614733"/>
                </a:cubicBezTo>
                <a:cubicBezTo>
                  <a:pt x="450836" y="679373"/>
                  <a:pt x="379634" y="711692"/>
                  <a:pt x="284480" y="711692"/>
                </a:cubicBezTo>
                <a:cubicBezTo>
                  <a:pt x="189325" y="711692"/>
                  <a:pt x="118123" y="679373"/>
                  <a:pt x="70874" y="614733"/>
                </a:cubicBezTo>
                <a:cubicBezTo>
                  <a:pt x="23625" y="550093"/>
                  <a:pt x="0" y="463797"/>
                  <a:pt x="0" y="355846"/>
                </a:cubicBezTo>
                <a:cubicBezTo>
                  <a:pt x="0" y="247895"/>
                  <a:pt x="23625" y="161599"/>
                  <a:pt x="70874" y="96959"/>
                </a:cubicBezTo>
                <a:cubicBezTo>
                  <a:pt x="118123" y="32320"/>
                  <a:pt x="189325" y="0"/>
                  <a:pt x="284480" y="0"/>
                </a:cubicBezTo>
                <a:close/>
              </a:path>
            </a:pathLst>
          </a:custGeom>
          <a:solidFill>
            <a:schemeClr val="tx1">
              <a:alpha val="10000"/>
            </a:schemeClr>
          </a:solidFill>
        </p:spPr>
        <p:txBody>
          <a:bodyPr vert="horz" wrap="square" lIns="0" tIns="0" rIns="0" bIns="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400" b="0" i="0" u="none" strike="noStrike" kern="1200" cap="none" spc="0" normalizeH="0" baseline="0" noProof="0" dirty="0">
              <a:ln>
                <a:noFill/>
              </a:ln>
              <a:solidFill>
                <a:prstClr val="black"/>
              </a:solidFill>
              <a:effectLst/>
              <a:uLnTx/>
              <a:uFillTx/>
              <a:latin typeface="Calibri Light"/>
              <a:ea typeface="+mn-ea"/>
              <a:cs typeface="+mn-cs"/>
            </a:endParaRPr>
          </a:p>
        </p:txBody>
      </p:sp>
      <p:sp>
        <p:nvSpPr>
          <p:cNvPr id="8" name="Espace réservé pour une image  3">
            <a:extLst>
              <a:ext uri="{FF2B5EF4-FFF2-40B4-BE49-F238E27FC236}">
                <a16:creationId xmlns:a16="http://schemas.microsoft.com/office/drawing/2014/main" id="{26FF9811-E9F7-329D-6513-43324EDDC3DD}"/>
              </a:ext>
            </a:extLst>
          </p:cNvPr>
          <p:cNvSpPr>
            <a:spLocks noGrp="1" noChangeAspect="1"/>
          </p:cNvSpPr>
          <p:nvPr/>
        </p:nvSpPr>
        <p:spPr>
          <a:xfrm>
            <a:off x="4552344" y="2421058"/>
            <a:ext cx="492928" cy="316136"/>
          </a:xfrm>
          <a:custGeom>
            <a:avLst/>
            <a:gdLst>
              <a:gd name="connsiteX0" fmla="*/ 284480 w 1109860"/>
              <a:gd name="connsiteY0" fmla="*/ 126982 h 711692"/>
              <a:gd name="connsiteX1" fmla="*/ 183091 w 1109860"/>
              <a:gd name="connsiteY1" fmla="*/ 189982 h 711692"/>
              <a:gd name="connsiteX2" fmla="*/ 150607 w 1109860"/>
              <a:gd name="connsiteY2" fmla="*/ 356338 h 711692"/>
              <a:gd name="connsiteX3" fmla="*/ 183091 w 1109860"/>
              <a:gd name="connsiteY3" fmla="*/ 522695 h 711692"/>
              <a:gd name="connsiteX4" fmla="*/ 284480 w 1109860"/>
              <a:gd name="connsiteY4" fmla="*/ 585694 h 711692"/>
              <a:gd name="connsiteX5" fmla="*/ 385869 w 1109860"/>
              <a:gd name="connsiteY5" fmla="*/ 522695 h 711692"/>
              <a:gd name="connsiteX6" fmla="*/ 418353 w 1109860"/>
              <a:gd name="connsiteY6" fmla="*/ 356338 h 711692"/>
              <a:gd name="connsiteX7" fmla="*/ 385869 w 1109860"/>
              <a:gd name="connsiteY7" fmla="*/ 189982 h 711692"/>
              <a:gd name="connsiteX8" fmla="*/ 284480 w 1109860"/>
              <a:gd name="connsiteY8" fmla="*/ 126982 h 711692"/>
              <a:gd name="connsiteX9" fmla="*/ 865246 w 1109860"/>
              <a:gd name="connsiteY9" fmla="*/ 3938 h 711692"/>
              <a:gd name="connsiteX10" fmla="*/ 1021760 w 1109860"/>
              <a:gd name="connsiteY10" fmla="*/ 60539 h 711692"/>
              <a:gd name="connsiteX11" fmla="*/ 1089188 w 1109860"/>
              <a:gd name="connsiteY11" fmla="*/ 214591 h 711692"/>
              <a:gd name="connsiteX12" fmla="*/ 1062119 w 1109860"/>
              <a:gd name="connsiteY12" fmla="*/ 316472 h 711692"/>
              <a:gd name="connsiteX13" fmla="*/ 962206 w 1109860"/>
              <a:gd name="connsiteY13" fmla="*/ 440994 h 711692"/>
              <a:gd name="connsiteX14" fmla="*/ 838177 w 1109860"/>
              <a:gd name="connsiteY14" fmla="*/ 569945 h 711692"/>
              <a:gd name="connsiteX15" fmla="*/ 1109860 w 1109860"/>
              <a:gd name="connsiteY15" fmla="*/ 569945 h 711692"/>
              <a:gd name="connsiteX16" fmla="*/ 1109860 w 1109860"/>
              <a:gd name="connsiteY16" fmla="*/ 707755 h 711692"/>
              <a:gd name="connsiteX17" fmla="*/ 624570 w 1109860"/>
              <a:gd name="connsiteY17" fmla="*/ 707755 h 711692"/>
              <a:gd name="connsiteX18" fmla="*/ 624570 w 1109860"/>
              <a:gd name="connsiteY18" fmla="*/ 593569 h 711692"/>
              <a:gd name="connsiteX19" fmla="*/ 826364 w 1109860"/>
              <a:gd name="connsiteY19" fmla="*/ 386854 h 711692"/>
              <a:gd name="connsiteX20" fmla="*/ 913480 w 1109860"/>
              <a:gd name="connsiteY20" fmla="*/ 287926 h 711692"/>
              <a:gd name="connsiteX21" fmla="*/ 939566 w 1109860"/>
              <a:gd name="connsiteY21" fmla="*/ 216560 h 711692"/>
              <a:gd name="connsiteX22" fmla="*/ 916925 w 1109860"/>
              <a:gd name="connsiteY22" fmla="*/ 158975 h 711692"/>
              <a:gd name="connsiteX23" fmla="*/ 858848 w 1109860"/>
              <a:gd name="connsiteY23" fmla="*/ 135842 h 711692"/>
              <a:gd name="connsiteX24" fmla="*/ 735803 w 1109860"/>
              <a:gd name="connsiteY24" fmla="*/ 228372 h 711692"/>
              <a:gd name="connsiteX25" fmla="*/ 612758 w 1109860"/>
              <a:gd name="connsiteY25" fmla="*/ 155530 h 711692"/>
              <a:gd name="connsiteX26" fmla="*/ 718577 w 1109860"/>
              <a:gd name="connsiteY26" fmla="*/ 42328 h 711692"/>
              <a:gd name="connsiteX27" fmla="*/ 865246 w 1109860"/>
              <a:gd name="connsiteY27" fmla="*/ 3938 h 711692"/>
              <a:gd name="connsiteX28" fmla="*/ 284480 w 1109860"/>
              <a:gd name="connsiteY28" fmla="*/ 0 h 711692"/>
              <a:gd name="connsiteX29" fmla="*/ 498085 w 1109860"/>
              <a:gd name="connsiteY29" fmla="*/ 96959 h 711692"/>
              <a:gd name="connsiteX30" fmla="*/ 568959 w 1109860"/>
              <a:gd name="connsiteY30" fmla="*/ 355846 h 711692"/>
              <a:gd name="connsiteX31" fmla="*/ 498085 w 1109860"/>
              <a:gd name="connsiteY31" fmla="*/ 614733 h 711692"/>
              <a:gd name="connsiteX32" fmla="*/ 284480 w 1109860"/>
              <a:gd name="connsiteY32" fmla="*/ 711692 h 711692"/>
              <a:gd name="connsiteX33" fmla="*/ 70874 w 1109860"/>
              <a:gd name="connsiteY33" fmla="*/ 614733 h 711692"/>
              <a:gd name="connsiteX34" fmla="*/ 0 w 1109860"/>
              <a:gd name="connsiteY34" fmla="*/ 355846 h 711692"/>
              <a:gd name="connsiteX35" fmla="*/ 70874 w 1109860"/>
              <a:gd name="connsiteY35" fmla="*/ 96959 h 711692"/>
              <a:gd name="connsiteX36" fmla="*/ 284480 w 1109860"/>
              <a:gd name="connsiteY36" fmla="*/ 0 h 7116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1109860" h="711692">
                <a:moveTo>
                  <a:pt x="284480" y="126982"/>
                </a:moveTo>
                <a:cubicBezTo>
                  <a:pt x="238543" y="126982"/>
                  <a:pt x="204747" y="147982"/>
                  <a:pt x="183091" y="189982"/>
                </a:cubicBezTo>
                <a:cubicBezTo>
                  <a:pt x="161435" y="231981"/>
                  <a:pt x="150607" y="287433"/>
                  <a:pt x="150607" y="356338"/>
                </a:cubicBezTo>
                <a:cubicBezTo>
                  <a:pt x="150607" y="425243"/>
                  <a:pt x="161435" y="480696"/>
                  <a:pt x="183091" y="522695"/>
                </a:cubicBezTo>
                <a:cubicBezTo>
                  <a:pt x="204747" y="564694"/>
                  <a:pt x="238543" y="585694"/>
                  <a:pt x="284480" y="585694"/>
                </a:cubicBezTo>
                <a:cubicBezTo>
                  <a:pt x="330417" y="585694"/>
                  <a:pt x="364213" y="564694"/>
                  <a:pt x="385869" y="522695"/>
                </a:cubicBezTo>
                <a:cubicBezTo>
                  <a:pt x="407525" y="480696"/>
                  <a:pt x="418353" y="425243"/>
                  <a:pt x="418353" y="356338"/>
                </a:cubicBezTo>
                <a:cubicBezTo>
                  <a:pt x="418353" y="287433"/>
                  <a:pt x="407525" y="231981"/>
                  <a:pt x="385869" y="189982"/>
                </a:cubicBezTo>
                <a:cubicBezTo>
                  <a:pt x="364213" y="147982"/>
                  <a:pt x="330417" y="126982"/>
                  <a:pt x="284480" y="126982"/>
                </a:cubicBezTo>
                <a:close/>
                <a:moveTo>
                  <a:pt x="865246" y="3938"/>
                </a:moveTo>
                <a:cubicBezTo>
                  <a:pt x="924636" y="3938"/>
                  <a:pt x="976808" y="22805"/>
                  <a:pt x="1021760" y="60539"/>
                </a:cubicBezTo>
                <a:cubicBezTo>
                  <a:pt x="1066712" y="98273"/>
                  <a:pt x="1089188" y="149624"/>
                  <a:pt x="1089188" y="214591"/>
                </a:cubicBezTo>
                <a:cubicBezTo>
                  <a:pt x="1089188" y="250028"/>
                  <a:pt x="1080165" y="283988"/>
                  <a:pt x="1062119" y="316472"/>
                </a:cubicBezTo>
                <a:cubicBezTo>
                  <a:pt x="1044072" y="348956"/>
                  <a:pt x="1010768" y="390464"/>
                  <a:pt x="962206" y="440994"/>
                </a:cubicBezTo>
                <a:lnTo>
                  <a:pt x="838177" y="569945"/>
                </a:lnTo>
                <a:lnTo>
                  <a:pt x="1109860" y="569945"/>
                </a:lnTo>
                <a:lnTo>
                  <a:pt x="1109860" y="707755"/>
                </a:lnTo>
                <a:lnTo>
                  <a:pt x="624570" y="707755"/>
                </a:lnTo>
                <a:lnTo>
                  <a:pt x="624570" y="593569"/>
                </a:lnTo>
                <a:lnTo>
                  <a:pt x="826364" y="386854"/>
                </a:lnTo>
                <a:cubicBezTo>
                  <a:pt x="867051" y="345511"/>
                  <a:pt x="896090" y="312535"/>
                  <a:pt x="913480" y="287926"/>
                </a:cubicBezTo>
                <a:cubicBezTo>
                  <a:pt x="930870" y="263317"/>
                  <a:pt x="939566" y="239528"/>
                  <a:pt x="939566" y="216560"/>
                </a:cubicBezTo>
                <a:cubicBezTo>
                  <a:pt x="939566" y="193592"/>
                  <a:pt x="932019" y="174396"/>
                  <a:pt x="916925" y="158975"/>
                </a:cubicBezTo>
                <a:cubicBezTo>
                  <a:pt x="901832" y="143553"/>
                  <a:pt x="882473" y="135842"/>
                  <a:pt x="858848" y="135842"/>
                </a:cubicBezTo>
                <a:cubicBezTo>
                  <a:pt x="815536" y="135842"/>
                  <a:pt x="774521" y="166686"/>
                  <a:pt x="735803" y="228372"/>
                </a:cubicBezTo>
                <a:lnTo>
                  <a:pt x="612758" y="155530"/>
                </a:lnTo>
                <a:cubicBezTo>
                  <a:pt x="644914" y="105656"/>
                  <a:pt x="680187" y="67922"/>
                  <a:pt x="718577" y="42328"/>
                </a:cubicBezTo>
                <a:cubicBezTo>
                  <a:pt x="756967" y="16735"/>
                  <a:pt x="805857" y="3938"/>
                  <a:pt x="865246" y="3938"/>
                </a:cubicBezTo>
                <a:close/>
                <a:moveTo>
                  <a:pt x="284480" y="0"/>
                </a:moveTo>
                <a:cubicBezTo>
                  <a:pt x="379634" y="0"/>
                  <a:pt x="450836" y="32320"/>
                  <a:pt x="498085" y="96959"/>
                </a:cubicBezTo>
                <a:cubicBezTo>
                  <a:pt x="545335" y="161599"/>
                  <a:pt x="568959" y="247895"/>
                  <a:pt x="568959" y="355846"/>
                </a:cubicBezTo>
                <a:cubicBezTo>
                  <a:pt x="568959" y="463797"/>
                  <a:pt x="545335" y="550093"/>
                  <a:pt x="498085" y="614733"/>
                </a:cubicBezTo>
                <a:cubicBezTo>
                  <a:pt x="450836" y="679373"/>
                  <a:pt x="379634" y="711692"/>
                  <a:pt x="284480" y="711692"/>
                </a:cubicBezTo>
                <a:cubicBezTo>
                  <a:pt x="189325" y="711692"/>
                  <a:pt x="118123" y="679373"/>
                  <a:pt x="70874" y="614733"/>
                </a:cubicBezTo>
                <a:cubicBezTo>
                  <a:pt x="23625" y="550093"/>
                  <a:pt x="0" y="463797"/>
                  <a:pt x="0" y="355846"/>
                </a:cubicBezTo>
                <a:cubicBezTo>
                  <a:pt x="0" y="247895"/>
                  <a:pt x="23625" y="161599"/>
                  <a:pt x="70874" y="96959"/>
                </a:cubicBezTo>
                <a:cubicBezTo>
                  <a:pt x="118123" y="32320"/>
                  <a:pt x="189325" y="0"/>
                  <a:pt x="284480" y="0"/>
                </a:cubicBezTo>
                <a:close/>
              </a:path>
            </a:pathLst>
          </a:custGeom>
          <a:solidFill>
            <a:schemeClr val="tx1">
              <a:alpha val="10000"/>
            </a:schemeClr>
          </a:solidFill>
        </p:spPr>
        <p:txBody>
          <a:bodyPr vert="horz" wrap="square" lIns="0" tIns="0" rIns="0" bIns="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400" b="0" i="0" u="none" strike="noStrike" kern="1200" cap="none" spc="0" normalizeH="0" baseline="0" noProof="0">
              <a:ln>
                <a:noFill/>
              </a:ln>
              <a:solidFill>
                <a:prstClr val="black"/>
              </a:solidFill>
              <a:effectLst/>
              <a:uLnTx/>
              <a:uFillTx/>
              <a:latin typeface="Calibri Light"/>
              <a:ea typeface="+mn-ea"/>
              <a:cs typeface="+mn-cs"/>
            </a:endParaRPr>
          </a:p>
        </p:txBody>
      </p:sp>
      <p:sp>
        <p:nvSpPr>
          <p:cNvPr id="9" name="Espace réservé pour une image  4">
            <a:extLst>
              <a:ext uri="{FF2B5EF4-FFF2-40B4-BE49-F238E27FC236}">
                <a16:creationId xmlns:a16="http://schemas.microsoft.com/office/drawing/2014/main" id="{6E9E6E3B-64A0-81BA-96F1-25EA4814FE86}"/>
              </a:ext>
            </a:extLst>
          </p:cNvPr>
          <p:cNvSpPr>
            <a:spLocks noGrp="1" noChangeAspect="1"/>
          </p:cNvSpPr>
          <p:nvPr/>
        </p:nvSpPr>
        <p:spPr>
          <a:xfrm>
            <a:off x="4561575" y="3148283"/>
            <a:ext cx="474466" cy="316136"/>
          </a:xfrm>
          <a:custGeom>
            <a:avLst/>
            <a:gdLst>
              <a:gd name="connsiteX0" fmla="*/ 284480 w 1068292"/>
              <a:gd name="connsiteY0" fmla="*/ 126982 h 711692"/>
              <a:gd name="connsiteX1" fmla="*/ 183091 w 1068292"/>
              <a:gd name="connsiteY1" fmla="*/ 189982 h 711692"/>
              <a:gd name="connsiteX2" fmla="*/ 150607 w 1068292"/>
              <a:gd name="connsiteY2" fmla="*/ 356338 h 711692"/>
              <a:gd name="connsiteX3" fmla="*/ 183091 w 1068292"/>
              <a:gd name="connsiteY3" fmla="*/ 522695 h 711692"/>
              <a:gd name="connsiteX4" fmla="*/ 284480 w 1068292"/>
              <a:gd name="connsiteY4" fmla="*/ 585694 h 711692"/>
              <a:gd name="connsiteX5" fmla="*/ 385869 w 1068292"/>
              <a:gd name="connsiteY5" fmla="*/ 522695 h 711692"/>
              <a:gd name="connsiteX6" fmla="*/ 418353 w 1068292"/>
              <a:gd name="connsiteY6" fmla="*/ 356338 h 711692"/>
              <a:gd name="connsiteX7" fmla="*/ 385869 w 1068292"/>
              <a:gd name="connsiteY7" fmla="*/ 189982 h 711692"/>
              <a:gd name="connsiteX8" fmla="*/ 284480 w 1068292"/>
              <a:gd name="connsiteY8" fmla="*/ 126982 h 711692"/>
              <a:gd name="connsiteX9" fmla="*/ 614503 w 1068292"/>
              <a:gd name="connsiteY9" fmla="*/ 7875 h 711692"/>
              <a:gd name="connsiteX10" fmla="*/ 1035808 w 1068292"/>
              <a:gd name="connsiteY10" fmla="*/ 7875 h 711692"/>
              <a:gd name="connsiteX11" fmla="*/ 1035808 w 1068292"/>
              <a:gd name="connsiteY11" fmla="*/ 114186 h 711692"/>
              <a:gd name="connsiteX12" fmla="*/ 895045 w 1068292"/>
              <a:gd name="connsiteY12" fmla="*/ 274636 h 711692"/>
              <a:gd name="connsiteX13" fmla="*/ 1023011 w 1068292"/>
              <a:gd name="connsiteY13" fmla="*/ 344034 h 711692"/>
              <a:gd name="connsiteX14" fmla="*/ 1068292 w 1068292"/>
              <a:gd name="connsiteY14" fmla="*/ 472493 h 711692"/>
              <a:gd name="connsiteX15" fmla="*/ 994957 w 1068292"/>
              <a:gd name="connsiteY15" fmla="*/ 642295 h 711692"/>
              <a:gd name="connsiteX16" fmla="*/ 807437 w 1068292"/>
              <a:gd name="connsiteY16" fmla="*/ 703817 h 711692"/>
              <a:gd name="connsiteX17" fmla="*/ 576113 w 1068292"/>
              <a:gd name="connsiteY17" fmla="*/ 623099 h 711692"/>
              <a:gd name="connsiteX18" fmla="*/ 639112 w 1068292"/>
              <a:gd name="connsiteY18" fmla="*/ 501039 h 711692"/>
              <a:gd name="connsiteX19" fmla="*/ 813344 w 1068292"/>
              <a:gd name="connsiteY19" fmla="*/ 569944 h 711692"/>
              <a:gd name="connsiteX20" fmla="*/ 889631 w 1068292"/>
              <a:gd name="connsiteY20" fmla="*/ 547304 h 711692"/>
              <a:gd name="connsiteX21" fmla="*/ 919654 w 1068292"/>
              <a:gd name="connsiteY21" fmla="*/ 481844 h 711692"/>
              <a:gd name="connsiteX22" fmla="*/ 885202 w 1068292"/>
              <a:gd name="connsiteY22" fmla="*/ 413923 h 711692"/>
              <a:gd name="connsiteX23" fmla="*/ 789719 w 1068292"/>
              <a:gd name="connsiteY23" fmla="*/ 388822 h 711692"/>
              <a:gd name="connsiteX24" fmla="*/ 698174 w 1068292"/>
              <a:gd name="connsiteY24" fmla="*/ 407525 h 711692"/>
              <a:gd name="connsiteX25" fmla="*/ 698174 w 1068292"/>
              <a:gd name="connsiteY25" fmla="*/ 294323 h 711692"/>
              <a:gd name="connsiteX26" fmla="*/ 830077 w 1068292"/>
              <a:gd name="connsiteY26" fmla="*/ 138795 h 711692"/>
              <a:gd name="connsiteX27" fmla="*/ 614503 w 1068292"/>
              <a:gd name="connsiteY27" fmla="*/ 138795 h 711692"/>
              <a:gd name="connsiteX28" fmla="*/ 284480 w 1068292"/>
              <a:gd name="connsiteY28" fmla="*/ 0 h 711692"/>
              <a:gd name="connsiteX29" fmla="*/ 498086 w 1068292"/>
              <a:gd name="connsiteY29" fmla="*/ 96959 h 711692"/>
              <a:gd name="connsiteX30" fmla="*/ 568959 w 1068292"/>
              <a:gd name="connsiteY30" fmla="*/ 355846 h 711692"/>
              <a:gd name="connsiteX31" fmla="*/ 498086 w 1068292"/>
              <a:gd name="connsiteY31" fmla="*/ 614733 h 711692"/>
              <a:gd name="connsiteX32" fmla="*/ 284480 w 1068292"/>
              <a:gd name="connsiteY32" fmla="*/ 711692 h 711692"/>
              <a:gd name="connsiteX33" fmla="*/ 70874 w 1068292"/>
              <a:gd name="connsiteY33" fmla="*/ 614733 h 711692"/>
              <a:gd name="connsiteX34" fmla="*/ 0 w 1068292"/>
              <a:gd name="connsiteY34" fmla="*/ 355846 h 711692"/>
              <a:gd name="connsiteX35" fmla="*/ 70874 w 1068292"/>
              <a:gd name="connsiteY35" fmla="*/ 96959 h 711692"/>
              <a:gd name="connsiteX36" fmla="*/ 284480 w 1068292"/>
              <a:gd name="connsiteY36" fmla="*/ 0 h 7116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1068292" h="711692">
                <a:moveTo>
                  <a:pt x="284480" y="126982"/>
                </a:moveTo>
                <a:cubicBezTo>
                  <a:pt x="238543" y="126982"/>
                  <a:pt x="204747" y="147982"/>
                  <a:pt x="183091" y="189982"/>
                </a:cubicBezTo>
                <a:cubicBezTo>
                  <a:pt x="161435" y="231981"/>
                  <a:pt x="150607" y="287433"/>
                  <a:pt x="150607" y="356338"/>
                </a:cubicBezTo>
                <a:cubicBezTo>
                  <a:pt x="150607" y="425243"/>
                  <a:pt x="161435" y="480696"/>
                  <a:pt x="183091" y="522695"/>
                </a:cubicBezTo>
                <a:cubicBezTo>
                  <a:pt x="204747" y="564694"/>
                  <a:pt x="238543" y="585694"/>
                  <a:pt x="284480" y="585694"/>
                </a:cubicBezTo>
                <a:cubicBezTo>
                  <a:pt x="330417" y="585694"/>
                  <a:pt x="364213" y="564694"/>
                  <a:pt x="385869" y="522695"/>
                </a:cubicBezTo>
                <a:cubicBezTo>
                  <a:pt x="407525" y="480696"/>
                  <a:pt x="418353" y="425243"/>
                  <a:pt x="418353" y="356338"/>
                </a:cubicBezTo>
                <a:cubicBezTo>
                  <a:pt x="418353" y="287433"/>
                  <a:pt x="407525" y="231981"/>
                  <a:pt x="385869" y="189982"/>
                </a:cubicBezTo>
                <a:cubicBezTo>
                  <a:pt x="364213" y="147982"/>
                  <a:pt x="330417" y="126982"/>
                  <a:pt x="284480" y="126982"/>
                </a:cubicBezTo>
                <a:close/>
                <a:moveTo>
                  <a:pt x="614503" y="7875"/>
                </a:moveTo>
                <a:lnTo>
                  <a:pt x="1035808" y="7875"/>
                </a:lnTo>
                <a:lnTo>
                  <a:pt x="1035808" y="114186"/>
                </a:lnTo>
                <a:lnTo>
                  <a:pt x="895045" y="274636"/>
                </a:lnTo>
                <a:cubicBezTo>
                  <a:pt x="950169" y="283824"/>
                  <a:pt x="992825" y="306956"/>
                  <a:pt x="1023011" y="344034"/>
                </a:cubicBezTo>
                <a:cubicBezTo>
                  <a:pt x="1053198" y="381111"/>
                  <a:pt x="1068292" y="423931"/>
                  <a:pt x="1068292" y="472493"/>
                </a:cubicBezTo>
                <a:cubicBezTo>
                  <a:pt x="1068292" y="544679"/>
                  <a:pt x="1043847" y="601280"/>
                  <a:pt x="994957" y="642295"/>
                </a:cubicBezTo>
                <a:cubicBezTo>
                  <a:pt x="946068" y="683309"/>
                  <a:pt x="883561" y="703817"/>
                  <a:pt x="807437" y="703817"/>
                </a:cubicBezTo>
                <a:cubicBezTo>
                  <a:pt x="731314" y="703817"/>
                  <a:pt x="654206" y="676911"/>
                  <a:pt x="576113" y="623099"/>
                </a:cubicBezTo>
                <a:lnTo>
                  <a:pt x="639112" y="501039"/>
                </a:lnTo>
                <a:cubicBezTo>
                  <a:pt x="704080" y="546976"/>
                  <a:pt x="762157" y="569944"/>
                  <a:pt x="813344" y="569944"/>
                </a:cubicBezTo>
                <a:cubicBezTo>
                  <a:pt x="844187" y="569944"/>
                  <a:pt x="869616" y="562398"/>
                  <a:pt x="889631" y="547304"/>
                </a:cubicBezTo>
                <a:cubicBezTo>
                  <a:pt x="909647" y="532211"/>
                  <a:pt x="919654" y="510391"/>
                  <a:pt x="919654" y="481844"/>
                </a:cubicBezTo>
                <a:cubicBezTo>
                  <a:pt x="919654" y="453298"/>
                  <a:pt x="908170" y="430657"/>
                  <a:pt x="885202" y="413923"/>
                </a:cubicBezTo>
                <a:cubicBezTo>
                  <a:pt x="862233" y="397189"/>
                  <a:pt x="830406" y="388822"/>
                  <a:pt x="789719" y="388822"/>
                </a:cubicBezTo>
                <a:cubicBezTo>
                  <a:pt x="768063" y="388822"/>
                  <a:pt x="737548" y="395056"/>
                  <a:pt x="698174" y="407525"/>
                </a:cubicBezTo>
                <a:lnTo>
                  <a:pt x="698174" y="294323"/>
                </a:lnTo>
                <a:lnTo>
                  <a:pt x="830077" y="138795"/>
                </a:lnTo>
                <a:lnTo>
                  <a:pt x="614503" y="138795"/>
                </a:lnTo>
                <a:close/>
                <a:moveTo>
                  <a:pt x="284480" y="0"/>
                </a:moveTo>
                <a:cubicBezTo>
                  <a:pt x="379634" y="0"/>
                  <a:pt x="450836" y="32320"/>
                  <a:pt x="498086" y="96959"/>
                </a:cubicBezTo>
                <a:cubicBezTo>
                  <a:pt x="545335" y="161599"/>
                  <a:pt x="568959" y="247895"/>
                  <a:pt x="568959" y="355846"/>
                </a:cubicBezTo>
                <a:cubicBezTo>
                  <a:pt x="568959" y="463797"/>
                  <a:pt x="545335" y="550093"/>
                  <a:pt x="498086" y="614733"/>
                </a:cubicBezTo>
                <a:cubicBezTo>
                  <a:pt x="450836" y="679373"/>
                  <a:pt x="379634" y="711692"/>
                  <a:pt x="284480" y="711692"/>
                </a:cubicBezTo>
                <a:cubicBezTo>
                  <a:pt x="189326" y="711692"/>
                  <a:pt x="118123" y="679373"/>
                  <a:pt x="70874" y="614733"/>
                </a:cubicBezTo>
                <a:cubicBezTo>
                  <a:pt x="23625" y="550093"/>
                  <a:pt x="0" y="463797"/>
                  <a:pt x="0" y="355846"/>
                </a:cubicBezTo>
                <a:cubicBezTo>
                  <a:pt x="0" y="247895"/>
                  <a:pt x="23625" y="161599"/>
                  <a:pt x="70874" y="96959"/>
                </a:cubicBezTo>
                <a:cubicBezTo>
                  <a:pt x="118123" y="32320"/>
                  <a:pt x="189326" y="0"/>
                  <a:pt x="284480" y="0"/>
                </a:cubicBezTo>
                <a:close/>
              </a:path>
            </a:pathLst>
          </a:custGeom>
          <a:solidFill>
            <a:schemeClr val="tx1">
              <a:alpha val="10000"/>
            </a:schemeClr>
          </a:solidFill>
        </p:spPr>
        <p:txBody>
          <a:bodyPr vert="horz" wrap="square" lIns="0" tIns="0" rIns="0" bIns="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400" b="0" i="0" u="none" strike="noStrike" kern="1200" cap="none" spc="0" normalizeH="0" baseline="0" noProof="0">
              <a:ln>
                <a:noFill/>
              </a:ln>
              <a:solidFill>
                <a:prstClr val="black"/>
              </a:solidFill>
              <a:effectLst/>
              <a:uLnTx/>
              <a:uFillTx/>
              <a:latin typeface="Calibri Light"/>
              <a:ea typeface="+mn-ea"/>
              <a:cs typeface="+mn-cs"/>
            </a:endParaRPr>
          </a:p>
        </p:txBody>
      </p:sp>
      <p:sp>
        <p:nvSpPr>
          <p:cNvPr id="15" name="Espace réservé pour une image  5">
            <a:extLst>
              <a:ext uri="{FF2B5EF4-FFF2-40B4-BE49-F238E27FC236}">
                <a16:creationId xmlns:a16="http://schemas.microsoft.com/office/drawing/2014/main" id="{68DC3128-0E9B-C9BB-F741-30B03654F882}"/>
              </a:ext>
            </a:extLst>
          </p:cNvPr>
          <p:cNvSpPr>
            <a:spLocks noGrp="1" noChangeAspect="1"/>
          </p:cNvSpPr>
          <p:nvPr/>
        </p:nvSpPr>
        <p:spPr>
          <a:xfrm>
            <a:off x="4544912" y="3875508"/>
            <a:ext cx="507793" cy="316136"/>
          </a:xfrm>
          <a:custGeom>
            <a:avLst/>
            <a:gdLst>
              <a:gd name="connsiteX0" fmla="*/ 284480 w 1143329"/>
              <a:gd name="connsiteY0" fmla="*/ 126982 h 711692"/>
              <a:gd name="connsiteX1" fmla="*/ 183091 w 1143329"/>
              <a:gd name="connsiteY1" fmla="*/ 189982 h 711692"/>
              <a:gd name="connsiteX2" fmla="*/ 150607 w 1143329"/>
              <a:gd name="connsiteY2" fmla="*/ 356338 h 711692"/>
              <a:gd name="connsiteX3" fmla="*/ 183091 w 1143329"/>
              <a:gd name="connsiteY3" fmla="*/ 522695 h 711692"/>
              <a:gd name="connsiteX4" fmla="*/ 284480 w 1143329"/>
              <a:gd name="connsiteY4" fmla="*/ 585694 h 711692"/>
              <a:gd name="connsiteX5" fmla="*/ 385869 w 1143329"/>
              <a:gd name="connsiteY5" fmla="*/ 522695 h 711692"/>
              <a:gd name="connsiteX6" fmla="*/ 418353 w 1143329"/>
              <a:gd name="connsiteY6" fmla="*/ 356338 h 711692"/>
              <a:gd name="connsiteX7" fmla="*/ 385869 w 1143329"/>
              <a:gd name="connsiteY7" fmla="*/ 189982 h 711692"/>
              <a:gd name="connsiteX8" fmla="*/ 284480 w 1143329"/>
              <a:gd name="connsiteY8" fmla="*/ 126982 h 711692"/>
              <a:gd name="connsiteX9" fmla="*/ 886412 w 1143329"/>
              <a:gd name="connsiteY9" fmla="*/ 11812 h 711692"/>
              <a:gd name="connsiteX10" fmla="*/ 1053752 w 1143329"/>
              <a:gd name="connsiteY10" fmla="*/ 11812 h 711692"/>
              <a:gd name="connsiteX11" fmla="*/ 820460 w 1143329"/>
              <a:gd name="connsiteY11" fmla="*/ 402603 h 711692"/>
              <a:gd name="connsiteX12" fmla="*/ 917911 w 1143329"/>
              <a:gd name="connsiteY12" fmla="*/ 402603 h 711692"/>
              <a:gd name="connsiteX13" fmla="*/ 917911 w 1143329"/>
              <a:gd name="connsiteY13" fmla="*/ 282511 h 711692"/>
              <a:gd name="connsiteX14" fmla="*/ 1065565 w 1143329"/>
              <a:gd name="connsiteY14" fmla="*/ 282511 h 711692"/>
              <a:gd name="connsiteX15" fmla="*/ 1065565 w 1143329"/>
              <a:gd name="connsiteY15" fmla="*/ 402603 h 711692"/>
              <a:gd name="connsiteX16" fmla="*/ 1143329 w 1143329"/>
              <a:gd name="connsiteY16" fmla="*/ 402603 h 711692"/>
              <a:gd name="connsiteX17" fmla="*/ 1143329 w 1143329"/>
              <a:gd name="connsiteY17" fmla="*/ 535492 h 711692"/>
              <a:gd name="connsiteX18" fmla="*/ 1065565 w 1143329"/>
              <a:gd name="connsiteY18" fmla="*/ 535492 h 711692"/>
              <a:gd name="connsiteX19" fmla="*/ 1065565 w 1143329"/>
              <a:gd name="connsiteY19" fmla="*/ 699880 h 711692"/>
              <a:gd name="connsiteX20" fmla="*/ 917911 w 1143329"/>
              <a:gd name="connsiteY20" fmla="*/ 699880 h 711692"/>
              <a:gd name="connsiteX21" fmla="*/ 917911 w 1143329"/>
              <a:gd name="connsiteY21" fmla="*/ 535492 h 711692"/>
              <a:gd name="connsiteX22" fmla="*/ 641306 w 1143329"/>
              <a:gd name="connsiteY22" fmla="*/ 535492 h 711692"/>
              <a:gd name="connsiteX23" fmla="*/ 641306 w 1143329"/>
              <a:gd name="connsiteY23" fmla="*/ 418353 h 711692"/>
              <a:gd name="connsiteX24" fmla="*/ 284480 w 1143329"/>
              <a:gd name="connsiteY24" fmla="*/ 0 h 711692"/>
              <a:gd name="connsiteX25" fmla="*/ 498086 w 1143329"/>
              <a:gd name="connsiteY25" fmla="*/ 96959 h 711692"/>
              <a:gd name="connsiteX26" fmla="*/ 568959 w 1143329"/>
              <a:gd name="connsiteY26" fmla="*/ 355846 h 711692"/>
              <a:gd name="connsiteX27" fmla="*/ 498086 w 1143329"/>
              <a:gd name="connsiteY27" fmla="*/ 614733 h 711692"/>
              <a:gd name="connsiteX28" fmla="*/ 284480 w 1143329"/>
              <a:gd name="connsiteY28" fmla="*/ 711692 h 711692"/>
              <a:gd name="connsiteX29" fmla="*/ 70874 w 1143329"/>
              <a:gd name="connsiteY29" fmla="*/ 614733 h 711692"/>
              <a:gd name="connsiteX30" fmla="*/ 0 w 1143329"/>
              <a:gd name="connsiteY30" fmla="*/ 355846 h 711692"/>
              <a:gd name="connsiteX31" fmla="*/ 70874 w 1143329"/>
              <a:gd name="connsiteY31" fmla="*/ 96959 h 711692"/>
              <a:gd name="connsiteX32" fmla="*/ 284480 w 1143329"/>
              <a:gd name="connsiteY32" fmla="*/ 0 h 7116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143329" h="711692">
                <a:moveTo>
                  <a:pt x="284480" y="126982"/>
                </a:moveTo>
                <a:cubicBezTo>
                  <a:pt x="238543" y="126982"/>
                  <a:pt x="204747" y="147982"/>
                  <a:pt x="183091" y="189982"/>
                </a:cubicBezTo>
                <a:cubicBezTo>
                  <a:pt x="161435" y="231981"/>
                  <a:pt x="150607" y="287433"/>
                  <a:pt x="150607" y="356338"/>
                </a:cubicBezTo>
                <a:cubicBezTo>
                  <a:pt x="150607" y="425243"/>
                  <a:pt x="161435" y="480696"/>
                  <a:pt x="183091" y="522695"/>
                </a:cubicBezTo>
                <a:cubicBezTo>
                  <a:pt x="204747" y="564694"/>
                  <a:pt x="238543" y="585694"/>
                  <a:pt x="284480" y="585694"/>
                </a:cubicBezTo>
                <a:cubicBezTo>
                  <a:pt x="330417" y="585694"/>
                  <a:pt x="364213" y="564694"/>
                  <a:pt x="385869" y="522695"/>
                </a:cubicBezTo>
                <a:cubicBezTo>
                  <a:pt x="407525" y="480696"/>
                  <a:pt x="418353" y="425243"/>
                  <a:pt x="418353" y="356338"/>
                </a:cubicBezTo>
                <a:cubicBezTo>
                  <a:pt x="418353" y="287433"/>
                  <a:pt x="407525" y="231981"/>
                  <a:pt x="385869" y="189982"/>
                </a:cubicBezTo>
                <a:cubicBezTo>
                  <a:pt x="364213" y="147982"/>
                  <a:pt x="330417" y="126982"/>
                  <a:pt x="284480" y="126982"/>
                </a:cubicBezTo>
                <a:close/>
                <a:moveTo>
                  <a:pt x="886412" y="11812"/>
                </a:moveTo>
                <a:lnTo>
                  <a:pt x="1053752" y="11812"/>
                </a:lnTo>
                <a:lnTo>
                  <a:pt x="820460" y="402603"/>
                </a:lnTo>
                <a:lnTo>
                  <a:pt x="917911" y="402603"/>
                </a:lnTo>
                <a:lnTo>
                  <a:pt x="917911" y="282511"/>
                </a:lnTo>
                <a:lnTo>
                  <a:pt x="1065565" y="282511"/>
                </a:lnTo>
                <a:lnTo>
                  <a:pt x="1065565" y="402603"/>
                </a:lnTo>
                <a:lnTo>
                  <a:pt x="1143329" y="402603"/>
                </a:lnTo>
                <a:lnTo>
                  <a:pt x="1143329" y="535492"/>
                </a:lnTo>
                <a:lnTo>
                  <a:pt x="1065565" y="535492"/>
                </a:lnTo>
                <a:lnTo>
                  <a:pt x="1065565" y="699880"/>
                </a:lnTo>
                <a:lnTo>
                  <a:pt x="917911" y="699880"/>
                </a:lnTo>
                <a:lnTo>
                  <a:pt x="917911" y="535492"/>
                </a:lnTo>
                <a:lnTo>
                  <a:pt x="641306" y="535492"/>
                </a:lnTo>
                <a:lnTo>
                  <a:pt x="641306" y="418353"/>
                </a:lnTo>
                <a:close/>
                <a:moveTo>
                  <a:pt x="284480" y="0"/>
                </a:moveTo>
                <a:cubicBezTo>
                  <a:pt x="379634" y="0"/>
                  <a:pt x="450836" y="32320"/>
                  <a:pt x="498086" y="96959"/>
                </a:cubicBezTo>
                <a:cubicBezTo>
                  <a:pt x="545335" y="161599"/>
                  <a:pt x="568959" y="247895"/>
                  <a:pt x="568959" y="355846"/>
                </a:cubicBezTo>
                <a:cubicBezTo>
                  <a:pt x="568959" y="463797"/>
                  <a:pt x="545335" y="550093"/>
                  <a:pt x="498086" y="614733"/>
                </a:cubicBezTo>
                <a:cubicBezTo>
                  <a:pt x="450836" y="679373"/>
                  <a:pt x="379634" y="711692"/>
                  <a:pt x="284480" y="711692"/>
                </a:cubicBezTo>
                <a:cubicBezTo>
                  <a:pt x="189326" y="711692"/>
                  <a:pt x="118123" y="679373"/>
                  <a:pt x="70874" y="614733"/>
                </a:cubicBezTo>
                <a:cubicBezTo>
                  <a:pt x="23625" y="550093"/>
                  <a:pt x="0" y="463797"/>
                  <a:pt x="0" y="355846"/>
                </a:cubicBezTo>
                <a:cubicBezTo>
                  <a:pt x="0" y="247895"/>
                  <a:pt x="23625" y="161599"/>
                  <a:pt x="70874" y="96959"/>
                </a:cubicBezTo>
                <a:cubicBezTo>
                  <a:pt x="118123" y="32320"/>
                  <a:pt x="189326" y="0"/>
                  <a:pt x="284480" y="0"/>
                </a:cubicBezTo>
                <a:close/>
              </a:path>
            </a:pathLst>
          </a:custGeom>
          <a:solidFill>
            <a:schemeClr val="tx1">
              <a:alpha val="10000"/>
            </a:schemeClr>
          </a:solidFill>
        </p:spPr>
        <p:txBody>
          <a:bodyPr vert="horz" wrap="square" lIns="0" tIns="0" rIns="0" bIns="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400" b="0" i="0" u="none" strike="noStrike" kern="1200" cap="none" spc="0" normalizeH="0" baseline="0" noProof="0">
              <a:ln>
                <a:noFill/>
              </a:ln>
              <a:solidFill>
                <a:prstClr val="black"/>
              </a:solidFill>
              <a:effectLst/>
              <a:uLnTx/>
              <a:uFillTx/>
              <a:latin typeface="Calibri Light"/>
              <a:ea typeface="+mn-ea"/>
              <a:cs typeface="+mn-cs"/>
            </a:endParaRPr>
          </a:p>
        </p:txBody>
      </p:sp>
      <p:sp>
        <p:nvSpPr>
          <p:cNvPr id="16" name="Espace réservé pour une image  6">
            <a:extLst>
              <a:ext uri="{FF2B5EF4-FFF2-40B4-BE49-F238E27FC236}">
                <a16:creationId xmlns:a16="http://schemas.microsoft.com/office/drawing/2014/main" id="{10271147-D4E2-A5DE-180A-CC796970F0B7}"/>
              </a:ext>
            </a:extLst>
          </p:cNvPr>
          <p:cNvSpPr>
            <a:spLocks noGrp="1" noChangeAspect="1"/>
          </p:cNvSpPr>
          <p:nvPr/>
        </p:nvSpPr>
        <p:spPr>
          <a:xfrm>
            <a:off x="4558958" y="4602733"/>
            <a:ext cx="479701" cy="316136"/>
          </a:xfrm>
          <a:custGeom>
            <a:avLst/>
            <a:gdLst>
              <a:gd name="connsiteX0" fmla="*/ 284480 w 1080080"/>
              <a:gd name="connsiteY0" fmla="*/ 126982 h 711692"/>
              <a:gd name="connsiteX1" fmla="*/ 183091 w 1080080"/>
              <a:gd name="connsiteY1" fmla="*/ 189982 h 711692"/>
              <a:gd name="connsiteX2" fmla="*/ 150607 w 1080080"/>
              <a:gd name="connsiteY2" fmla="*/ 356338 h 711692"/>
              <a:gd name="connsiteX3" fmla="*/ 183091 w 1080080"/>
              <a:gd name="connsiteY3" fmla="*/ 522695 h 711692"/>
              <a:gd name="connsiteX4" fmla="*/ 284480 w 1080080"/>
              <a:gd name="connsiteY4" fmla="*/ 585694 h 711692"/>
              <a:gd name="connsiteX5" fmla="*/ 385869 w 1080080"/>
              <a:gd name="connsiteY5" fmla="*/ 522695 h 711692"/>
              <a:gd name="connsiteX6" fmla="*/ 418352 w 1080080"/>
              <a:gd name="connsiteY6" fmla="*/ 356338 h 711692"/>
              <a:gd name="connsiteX7" fmla="*/ 385869 w 1080080"/>
              <a:gd name="connsiteY7" fmla="*/ 189982 h 711692"/>
              <a:gd name="connsiteX8" fmla="*/ 284480 w 1080080"/>
              <a:gd name="connsiteY8" fmla="*/ 126982 h 711692"/>
              <a:gd name="connsiteX9" fmla="*/ 623337 w 1080080"/>
              <a:gd name="connsiteY9" fmla="*/ 7876 h 711692"/>
              <a:gd name="connsiteX10" fmla="*/ 1038737 w 1080080"/>
              <a:gd name="connsiteY10" fmla="*/ 7876 h 711692"/>
              <a:gd name="connsiteX11" fmla="*/ 1038737 w 1080080"/>
              <a:gd name="connsiteY11" fmla="*/ 140764 h 711692"/>
              <a:gd name="connsiteX12" fmla="*/ 767054 w 1080080"/>
              <a:gd name="connsiteY12" fmla="*/ 140764 h 711692"/>
              <a:gd name="connsiteX13" fmla="*/ 767054 w 1080080"/>
              <a:gd name="connsiteY13" fmla="*/ 255934 h 711692"/>
              <a:gd name="connsiteX14" fmla="*/ 836943 w 1080080"/>
              <a:gd name="connsiteY14" fmla="*/ 247075 h 711692"/>
              <a:gd name="connsiteX15" fmla="*/ 1008222 w 1080080"/>
              <a:gd name="connsiteY15" fmla="*/ 307121 h 711692"/>
              <a:gd name="connsiteX16" fmla="*/ 1080080 w 1080080"/>
              <a:gd name="connsiteY16" fmla="*/ 469048 h 711692"/>
              <a:gd name="connsiteX17" fmla="*/ 1005761 w 1080080"/>
              <a:gd name="connsiteY17" fmla="*/ 637373 h 711692"/>
              <a:gd name="connsiteX18" fmla="*/ 822177 w 1080080"/>
              <a:gd name="connsiteY18" fmla="*/ 703817 h 711692"/>
              <a:gd name="connsiteX19" fmla="*/ 588884 w 1080080"/>
              <a:gd name="connsiteY19" fmla="*/ 600459 h 711692"/>
              <a:gd name="connsiteX20" fmla="*/ 669601 w 1080080"/>
              <a:gd name="connsiteY20" fmla="*/ 488243 h 711692"/>
              <a:gd name="connsiteX21" fmla="*/ 693226 w 1080080"/>
              <a:gd name="connsiteY21" fmla="*/ 509898 h 711692"/>
              <a:gd name="connsiteX22" fmla="*/ 747366 w 1080080"/>
              <a:gd name="connsiteY22" fmla="*/ 543859 h 711692"/>
              <a:gd name="connsiteX23" fmla="*/ 826115 w 1080080"/>
              <a:gd name="connsiteY23" fmla="*/ 565022 h 711692"/>
              <a:gd name="connsiteX24" fmla="*/ 896005 w 1080080"/>
              <a:gd name="connsiteY24" fmla="*/ 541398 h 711692"/>
              <a:gd name="connsiteX25" fmla="*/ 926520 w 1080080"/>
              <a:gd name="connsiteY25" fmla="*/ 471509 h 711692"/>
              <a:gd name="connsiteX26" fmla="*/ 893543 w 1080080"/>
              <a:gd name="connsiteY26" fmla="*/ 400143 h 711692"/>
              <a:gd name="connsiteX27" fmla="*/ 808396 w 1080080"/>
              <a:gd name="connsiteY27" fmla="*/ 375042 h 711692"/>
              <a:gd name="connsiteX28" fmla="*/ 687320 w 1080080"/>
              <a:gd name="connsiteY28" fmla="*/ 412447 h 711692"/>
              <a:gd name="connsiteX29" fmla="*/ 623337 w 1080080"/>
              <a:gd name="connsiteY29" fmla="*/ 343542 h 711692"/>
              <a:gd name="connsiteX30" fmla="*/ 284480 w 1080080"/>
              <a:gd name="connsiteY30" fmla="*/ 0 h 711692"/>
              <a:gd name="connsiteX31" fmla="*/ 498085 w 1080080"/>
              <a:gd name="connsiteY31" fmla="*/ 96959 h 711692"/>
              <a:gd name="connsiteX32" fmla="*/ 568959 w 1080080"/>
              <a:gd name="connsiteY32" fmla="*/ 355846 h 711692"/>
              <a:gd name="connsiteX33" fmla="*/ 498085 w 1080080"/>
              <a:gd name="connsiteY33" fmla="*/ 614733 h 711692"/>
              <a:gd name="connsiteX34" fmla="*/ 284480 w 1080080"/>
              <a:gd name="connsiteY34" fmla="*/ 711692 h 711692"/>
              <a:gd name="connsiteX35" fmla="*/ 70874 w 1080080"/>
              <a:gd name="connsiteY35" fmla="*/ 614733 h 711692"/>
              <a:gd name="connsiteX36" fmla="*/ 0 w 1080080"/>
              <a:gd name="connsiteY36" fmla="*/ 355846 h 711692"/>
              <a:gd name="connsiteX37" fmla="*/ 70874 w 1080080"/>
              <a:gd name="connsiteY37" fmla="*/ 96959 h 711692"/>
              <a:gd name="connsiteX38" fmla="*/ 284480 w 1080080"/>
              <a:gd name="connsiteY38" fmla="*/ 0 h 7116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1080080" h="711692">
                <a:moveTo>
                  <a:pt x="284480" y="126982"/>
                </a:moveTo>
                <a:cubicBezTo>
                  <a:pt x="238543" y="126982"/>
                  <a:pt x="204747" y="147982"/>
                  <a:pt x="183091" y="189982"/>
                </a:cubicBezTo>
                <a:cubicBezTo>
                  <a:pt x="161435" y="231981"/>
                  <a:pt x="150607" y="287433"/>
                  <a:pt x="150607" y="356338"/>
                </a:cubicBezTo>
                <a:cubicBezTo>
                  <a:pt x="150607" y="425243"/>
                  <a:pt x="161435" y="480696"/>
                  <a:pt x="183091" y="522695"/>
                </a:cubicBezTo>
                <a:cubicBezTo>
                  <a:pt x="204747" y="564694"/>
                  <a:pt x="238543" y="585694"/>
                  <a:pt x="284480" y="585694"/>
                </a:cubicBezTo>
                <a:cubicBezTo>
                  <a:pt x="330416" y="585694"/>
                  <a:pt x="364213" y="564694"/>
                  <a:pt x="385869" y="522695"/>
                </a:cubicBezTo>
                <a:cubicBezTo>
                  <a:pt x="407525" y="480696"/>
                  <a:pt x="418352" y="425243"/>
                  <a:pt x="418352" y="356338"/>
                </a:cubicBezTo>
                <a:cubicBezTo>
                  <a:pt x="418352" y="287433"/>
                  <a:pt x="407525" y="231981"/>
                  <a:pt x="385869" y="189982"/>
                </a:cubicBezTo>
                <a:cubicBezTo>
                  <a:pt x="364213" y="147982"/>
                  <a:pt x="330416" y="126982"/>
                  <a:pt x="284480" y="126982"/>
                </a:cubicBezTo>
                <a:close/>
                <a:moveTo>
                  <a:pt x="623337" y="7876"/>
                </a:moveTo>
                <a:lnTo>
                  <a:pt x="1038737" y="7876"/>
                </a:lnTo>
                <a:lnTo>
                  <a:pt x="1038737" y="140764"/>
                </a:lnTo>
                <a:lnTo>
                  <a:pt x="767054" y="140764"/>
                </a:lnTo>
                <a:lnTo>
                  <a:pt x="767054" y="255934"/>
                </a:lnTo>
                <a:cubicBezTo>
                  <a:pt x="787397" y="250028"/>
                  <a:pt x="810694" y="247075"/>
                  <a:pt x="836943" y="247075"/>
                </a:cubicBezTo>
                <a:cubicBezTo>
                  <a:pt x="903223" y="247075"/>
                  <a:pt x="960316" y="267090"/>
                  <a:pt x="1008222" y="307121"/>
                </a:cubicBezTo>
                <a:cubicBezTo>
                  <a:pt x="1056127" y="347151"/>
                  <a:pt x="1080080" y="401127"/>
                  <a:pt x="1080080" y="469048"/>
                </a:cubicBezTo>
                <a:cubicBezTo>
                  <a:pt x="1080080" y="536969"/>
                  <a:pt x="1055307" y="593077"/>
                  <a:pt x="1005761" y="637373"/>
                </a:cubicBezTo>
                <a:cubicBezTo>
                  <a:pt x="956215" y="681669"/>
                  <a:pt x="895020" y="703817"/>
                  <a:pt x="822177" y="703817"/>
                </a:cubicBezTo>
                <a:cubicBezTo>
                  <a:pt x="728991" y="703817"/>
                  <a:pt x="651227" y="669364"/>
                  <a:pt x="588884" y="600459"/>
                </a:cubicBezTo>
                <a:lnTo>
                  <a:pt x="669601" y="488243"/>
                </a:lnTo>
                <a:cubicBezTo>
                  <a:pt x="675508" y="494149"/>
                  <a:pt x="683382" y="501368"/>
                  <a:pt x="693226" y="509898"/>
                </a:cubicBezTo>
                <a:cubicBezTo>
                  <a:pt x="703070" y="518429"/>
                  <a:pt x="721116" y="529750"/>
                  <a:pt x="747366" y="543859"/>
                </a:cubicBezTo>
                <a:cubicBezTo>
                  <a:pt x="773616" y="557968"/>
                  <a:pt x="799865" y="565022"/>
                  <a:pt x="826115" y="565022"/>
                </a:cubicBezTo>
                <a:cubicBezTo>
                  <a:pt x="852364" y="565022"/>
                  <a:pt x="875661" y="557148"/>
                  <a:pt x="896005" y="541398"/>
                </a:cubicBezTo>
                <a:cubicBezTo>
                  <a:pt x="916348" y="525648"/>
                  <a:pt x="926520" y="502352"/>
                  <a:pt x="926520" y="471509"/>
                </a:cubicBezTo>
                <a:cubicBezTo>
                  <a:pt x="926520" y="440665"/>
                  <a:pt x="915527" y="416877"/>
                  <a:pt x="893543" y="400143"/>
                </a:cubicBezTo>
                <a:cubicBezTo>
                  <a:pt x="871559" y="383409"/>
                  <a:pt x="843177" y="375042"/>
                  <a:pt x="808396" y="375042"/>
                </a:cubicBezTo>
                <a:cubicBezTo>
                  <a:pt x="773616" y="375042"/>
                  <a:pt x="733257" y="387510"/>
                  <a:pt x="687320" y="412447"/>
                </a:cubicBezTo>
                <a:lnTo>
                  <a:pt x="623337" y="343542"/>
                </a:lnTo>
                <a:close/>
                <a:moveTo>
                  <a:pt x="284480" y="0"/>
                </a:moveTo>
                <a:cubicBezTo>
                  <a:pt x="379634" y="0"/>
                  <a:pt x="450836" y="32320"/>
                  <a:pt x="498085" y="96959"/>
                </a:cubicBezTo>
                <a:cubicBezTo>
                  <a:pt x="545335" y="161599"/>
                  <a:pt x="568959" y="247895"/>
                  <a:pt x="568959" y="355846"/>
                </a:cubicBezTo>
                <a:cubicBezTo>
                  <a:pt x="568959" y="463797"/>
                  <a:pt x="545335" y="550093"/>
                  <a:pt x="498085" y="614733"/>
                </a:cubicBezTo>
                <a:cubicBezTo>
                  <a:pt x="450836" y="679373"/>
                  <a:pt x="379634" y="711692"/>
                  <a:pt x="284480" y="711692"/>
                </a:cubicBezTo>
                <a:cubicBezTo>
                  <a:pt x="189325" y="711692"/>
                  <a:pt x="118123" y="679373"/>
                  <a:pt x="70874" y="614733"/>
                </a:cubicBezTo>
                <a:cubicBezTo>
                  <a:pt x="23625" y="550093"/>
                  <a:pt x="0" y="463797"/>
                  <a:pt x="0" y="355846"/>
                </a:cubicBezTo>
                <a:cubicBezTo>
                  <a:pt x="0" y="247895"/>
                  <a:pt x="23625" y="161599"/>
                  <a:pt x="70874" y="96959"/>
                </a:cubicBezTo>
                <a:cubicBezTo>
                  <a:pt x="118123" y="32320"/>
                  <a:pt x="189325" y="0"/>
                  <a:pt x="284480" y="0"/>
                </a:cubicBezTo>
                <a:close/>
              </a:path>
            </a:pathLst>
          </a:custGeom>
          <a:solidFill>
            <a:schemeClr val="tx1">
              <a:alpha val="10000"/>
            </a:schemeClr>
          </a:solidFill>
        </p:spPr>
        <p:txBody>
          <a:bodyPr vert="horz" wrap="square" lIns="0" tIns="0" rIns="0" bIns="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400" b="0" i="0" u="none" strike="noStrike" kern="1200" cap="none" spc="0" normalizeH="0" baseline="0" noProof="0">
              <a:ln>
                <a:noFill/>
              </a:ln>
              <a:solidFill>
                <a:prstClr val="black"/>
              </a:solidFill>
              <a:effectLst/>
              <a:uLnTx/>
              <a:uFillTx/>
              <a:latin typeface="Calibri Light"/>
              <a:ea typeface="+mn-ea"/>
              <a:cs typeface="+mn-cs"/>
            </a:endParaRPr>
          </a:p>
        </p:txBody>
      </p:sp>
      <p:sp>
        <p:nvSpPr>
          <p:cNvPr id="18" name="ZoneTexte 17">
            <a:extLst>
              <a:ext uri="{FF2B5EF4-FFF2-40B4-BE49-F238E27FC236}">
                <a16:creationId xmlns:a16="http://schemas.microsoft.com/office/drawing/2014/main" id="{321BEBA6-2AE0-B509-F5B2-A9A11FB82576}"/>
              </a:ext>
            </a:extLst>
          </p:cNvPr>
          <p:cNvSpPr txBox="1"/>
          <p:nvPr/>
        </p:nvSpPr>
        <p:spPr>
          <a:xfrm>
            <a:off x="5313092" y="1676061"/>
            <a:ext cx="5572837" cy="400110"/>
          </a:xfrm>
          <a:prstGeom prst="rect">
            <a:avLst/>
          </a:prstGeom>
          <a:noFill/>
        </p:spPr>
        <p:txBody>
          <a:bodyPr wrap="square" rtlCol="0">
            <a:spAutoFit/>
          </a:bodyPr>
          <a:lstStyle/>
          <a:p>
            <a:pPr>
              <a:defRPr/>
            </a:pPr>
            <a:r>
              <a:rPr lang="fr-FR" sz="2000" dirty="0">
                <a:solidFill>
                  <a:prstClr val="black"/>
                </a:solidFill>
                <a:latin typeface="Georgia" panose="02040502050405020303" pitchFamily="18" charset="0"/>
                <a:cs typeface="Times New Roman" panose="02020603050405020304" pitchFamily="18" charset="0"/>
                <a:sym typeface="Poppins"/>
              </a:rPr>
              <a:t>Compréhension du domaine </a:t>
            </a:r>
            <a:endParaRPr lang="en-US" sz="2000" dirty="0">
              <a:solidFill>
                <a:prstClr val="black"/>
              </a:solidFill>
              <a:latin typeface="Georgia" panose="02040502050405020303" pitchFamily="18" charset="0"/>
              <a:cs typeface="Times New Roman" panose="02020603050405020304" pitchFamily="18" charset="0"/>
              <a:sym typeface="Poppins"/>
            </a:endParaRPr>
          </a:p>
        </p:txBody>
      </p:sp>
      <p:sp>
        <p:nvSpPr>
          <p:cNvPr id="19" name="ZoneTexte 18">
            <a:extLst>
              <a:ext uri="{FF2B5EF4-FFF2-40B4-BE49-F238E27FC236}">
                <a16:creationId xmlns:a16="http://schemas.microsoft.com/office/drawing/2014/main" id="{581F14FD-C626-76CF-AFCD-B98E929DF59D}"/>
              </a:ext>
            </a:extLst>
          </p:cNvPr>
          <p:cNvSpPr txBox="1"/>
          <p:nvPr/>
        </p:nvSpPr>
        <p:spPr>
          <a:xfrm>
            <a:off x="5275701" y="3136528"/>
            <a:ext cx="6631826" cy="400110"/>
          </a:xfrm>
          <a:prstGeom prst="rect">
            <a:avLst/>
          </a:prstGeom>
          <a:noFill/>
        </p:spPr>
        <p:txBody>
          <a:bodyPr wrap="square" rtlCol="0">
            <a:spAutoFit/>
          </a:bodyPr>
          <a:lstStyle/>
          <a:p>
            <a:pPr eaLnBrk="0" hangingPunct="0">
              <a:defRPr/>
            </a:pPr>
            <a:r>
              <a:rPr lang="fr-FR" sz="2000" dirty="0">
                <a:solidFill>
                  <a:prstClr val="black"/>
                </a:solidFill>
                <a:latin typeface="Georgia" panose="02040502050405020303" pitchFamily="18" charset="0"/>
                <a:cs typeface="Calibri" panose="020F0502020204030204" pitchFamily="34" charset="0"/>
                <a:sym typeface="Poppins"/>
              </a:rPr>
              <a:t>Sélection des techniques d’apprentissage automatique</a:t>
            </a:r>
            <a:endParaRPr lang="en-US" sz="2000" dirty="0">
              <a:solidFill>
                <a:prstClr val="black"/>
              </a:solidFill>
              <a:latin typeface="Georgia" panose="02040502050405020303" pitchFamily="18" charset="0"/>
              <a:cs typeface="Calibri" panose="020F0502020204030204" pitchFamily="34" charset="0"/>
              <a:sym typeface="Poppins"/>
            </a:endParaRPr>
          </a:p>
        </p:txBody>
      </p:sp>
      <p:sp>
        <p:nvSpPr>
          <p:cNvPr id="20" name="ZoneTexte 19">
            <a:extLst>
              <a:ext uri="{FF2B5EF4-FFF2-40B4-BE49-F238E27FC236}">
                <a16:creationId xmlns:a16="http://schemas.microsoft.com/office/drawing/2014/main" id="{89959081-0AC7-AA2E-8078-FCDABA9E7479}"/>
              </a:ext>
            </a:extLst>
          </p:cNvPr>
          <p:cNvSpPr txBox="1"/>
          <p:nvPr/>
        </p:nvSpPr>
        <p:spPr>
          <a:xfrm>
            <a:off x="5275700" y="3855629"/>
            <a:ext cx="6246564" cy="400110"/>
          </a:xfrm>
          <a:prstGeom prst="rect">
            <a:avLst/>
          </a:prstGeom>
          <a:noFill/>
        </p:spPr>
        <p:txBody>
          <a:bodyPr wrap="square" rtlCol="0">
            <a:spAutoFit/>
          </a:bodyPr>
          <a:lstStyle/>
          <a:p>
            <a:pPr>
              <a:defRPr/>
            </a:pPr>
            <a:r>
              <a:rPr lang="fr-FR" sz="2000" dirty="0">
                <a:solidFill>
                  <a:prstClr val="black"/>
                </a:solidFill>
                <a:latin typeface="Georgia" panose="02040502050405020303" pitchFamily="18" charset="0"/>
                <a:cs typeface="Calibri" panose="020F0502020204030204" pitchFamily="34" charset="0"/>
                <a:sym typeface="Poppins"/>
              </a:rPr>
              <a:t>Implémentation d'un système de sécurité automatisé</a:t>
            </a:r>
            <a:endParaRPr lang="en-US" sz="2000" dirty="0">
              <a:solidFill>
                <a:prstClr val="black"/>
              </a:solidFill>
              <a:latin typeface="Georgia" panose="02040502050405020303" pitchFamily="18" charset="0"/>
              <a:cs typeface="Calibri" panose="020F0502020204030204" pitchFamily="34" charset="0"/>
              <a:sym typeface="Poppins"/>
            </a:endParaRPr>
          </a:p>
        </p:txBody>
      </p:sp>
      <p:sp>
        <p:nvSpPr>
          <p:cNvPr id="21" name="ZoneTexte 20">
            <a:extLst>
              <a:ext uri="{FF2B5EF4-FFF2-40B4-BE49-F238E27FC236}">
                <a16:creationId xmlns:a16="http://schemas.microsoft.com/office/drawing/2014/main" id="{C3D79C3E-E7CC-C5D4-5652-9AA2C2DA40CA}"/>
              </a:ext>
            </a:extLst>
          </p:cNvPr>
          <p:cNvSpPr txBox="1"/>
          <p:nvPr/>
        </p:nvSpPr>
        <p:spPr>
          <a:xfrm>
            <a:off x="5229492" y="4550125"/>
            <a:ext cx="6678035" cy="400110"/>
          </a:xfrm>
          <a:prstGeom prst="rect">
            <a:avLst/>
          </a:prstGeom>
          <a:noFill/>
        </p:spPr>
        <p:txBody>
          <a:bodyPr wrap="square" rtlCol="0">
            <a:spAutoFit/>
          </a:bodyPr>
          <a:lstStyle/>
          <a:p>
            <a:pPr>
              <a:defRPr/>
            </a:pPr>
            <a:r>
              <a:rPr lang="fr-FR" sz="2000" dirty="0">
                <a:solidFill>
                  <a:prstClr val="black"/>
                </a:solidFill>
                <a:latin typeface="Georgia" panose="02040502050405020303" pitchFamily="18" charset="0"/>
                <a:cs typeface="Calibri" panose="020F0502020204030204" pitchFamily="34" charset="0"/>
                <a:sym typeface="Poppins"/>
              </a:rPr>
              <a:t>Améliorations et suggestions</a:t>
            </a:r>
          </a:p>
        </p:txBody>
      </p:sp>
      <p:sp>
        <p:nvSpPr>
          <p:cNvPr id="24" name="ZoneTexte 23">
            <a:extLst>
              <a:ext uri="{FF2B5EF4-FFF2-40B4-BE49-F238E27FC236}">
                <a16:creationId xmlns:a16="http://schemas.microsoft.com/office/drawing/2014/main" id="{A0DC6A4A-B497-4ABF-5850-D41A2473D105}"/>
              </a:ext>
            </a:extLst>
          </p:cNvPr>
          <p:cNvSpPr txBox="1"/>
          <p:nvPr/>
        </p:nvSpPr>
        <p:spPr>
          <a:xfrm>
            <a:off x="5275702" y="2437096"/>
            <a:ext cx="5572837" cy="400110"/>
          </a:xfrm>
          <a:prstGeom prst="rect">
            <a:avLst/>
          </a:prstGeom>
          <a:noFill/>
        </p:spPr>
        <p:txBody>
          <a:bodyPr wrap="square" rtlCol="0">
            <a:spAutoFit/>
          </a:bodyPr>
          <a:lstStyle/>
          <a:p>
            <a:pPr eaLnBrk="0" hangingPunct="0">
              <a:defRPr/>
            </a:pPr>
            <a:r>
              <a:rPr lang="fr-FR" sz="2000" dirty="0">
                <a:solidFill>
                  <a:prstClr val="black"/>
                </a:solidFill>
                <a:latin typeface="Georgia" panose="02040502050405020303" pitchFamily="18" charset="0"/>
                <a:cs typeface="Calibri" panose="020F0502020204030204" pitchFamily="34" charset="0"/>
                <a:sym typeface="Poppins"/>
              </a:rPr>
              <a:t>Collecte et préparation des données</a:t>
            </a:r>
          </a:p>
        </p:txBody>
      </p:sp>
    </p:spTree>
    <p:extLst>
      <p:ext uri="{BB962C8B-B14F-4D97-AF65-F5344CB8AC3E}">
        <p14:creationId xmlns:p14="http://schemas.microsoft.com/office/powerpoint/2010/main" val="1804377693"/>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xmlns:p14="http://schemas.microsoft.com/office/powerpoint/2010/main" spd="med" p14:dur="600">
        <p159:morph option="byObject"/>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6"/>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8"/>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9"/>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0"/>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1"/>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15" grpId="0" animBg="1"/>
      <p:bldP spid="16" grpId="0" animBg="1"/>
      <p:bldP spid="18" grpId="0"/>
      <p:bldP spid="19" grpId="0"/>
      <p:bldP spid="20" grpId="0"/>
      <p:bldP spid="21" grpId="0"/>
      <p:bldP spid="2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7" name="Rectangle 86">
            <a:extLst>
              <a:ext uri="{FF2B5EF4-FFF2-40B4-BE49-F238E27FC236}">
                <a16:creationId xmlns:a16="http://schemas.microsoft.com/office/drawing/2014/main" id="{E93E86D4-3B95-4D37-81B1-22A696A98B69}"/>
              </a:ext>
            </a:extLst>
          </p:cNvPr>
          <p:cNvSpPr/>
          <p:nvPr/>
        </p:nvSpPr>
        <p:spPr>
          <a:xfrm>
            <a:off x="3848100" y="0"/>
            <a:ext cx="4495800" cy="6858000"/>
          </a:xfrm>
          <a:prstGeom prst="rect">
            <a:avLst/>
          </a:prstGeom>
          <a:solidFill>
            <a:schemeClr val="accent5">
              <a:lumMod val="75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Bahnschrift SemiBold Condensed" panose="020B0502040204020203" pitchFamily="34" charset="0"/>
              <a:ea typeface="+mn-ea"/>
              <a:cs typeface="+mn-cs"/>
            </a:endParaRPr>
          </a:p>
        </p:txBody>
      </p:sp>
      <p:sp>
        <p:nvSpPr>
          <p:cNvPr id="88" name="Rectangle 87">
            <a:extLst>
              <a:ext uri="{FF2B5EF4-FFF2-40B4-BE49-F238E27FC236}">
                <a16:creationId xmlns:a16="http://schemas.microsoft.com/office/drawing/2014/main" id="{A5A890D3-EC31-40D1-BE5F-FD0D89A3C534}"/>
              </a:ext>
            </a:extLst>
          </p:cNvPr>
          <p:cNvSpPr/>
          <p:nvPr/>
        </p:nvSpPr>
        <p:spPr>
          <a:xfrm>
            <a:off x="3625850" y="2882900"/>
            <a:ext cx="4940300" cy="2768600"/>
          </a:xfrm>
          <a:prstGeom prst="rect">
            <a:avLst/>
          </a:prstGeom>
          <a:noFill/>
          <a:ln w="19050">
            <a:solidFill>
              <a:schemeClr val="bg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Bahnschrift SemiBold Condensed" panose="020B0502040204020203" pitchFamily="34" charset="0"/>
              <a:ea typeface="+mn-ea"/>
              <a:cs typeface="+mn-cs"/>
            </a:endParaRPr>
          </a:p>
        </p:txBody>
      </p:sp>
      <p:sp>
        <p:nvSpPr>
          <p:cNvPr id="89" name="TextBox 88">
            <a:extLst>
              <a:ext uri="{FF2B5EF4-FFF2-40B4-BE49-F238E27FC236}">
                <a16:creationId xmlns:a16="http://schemas.microsoft.com/office/drawing/2014/main" id="{468652A5-8840-4BF6-AE6C-FBAAAE5CCE86}"/>
              </a:ext>
            </a:extLst>
          </p:cNvPr>
          <p:cNvSpPr txBox="1"/>
          <p:nvPr/>
        </p:nvSpPr>
        <p:spPr>
          <a:xfrm>
            <a:off x="3848110" y="3618530"/>
            <a:ext cx="4495780" cy="1477328"/>
          </a:xfrm>
          <a:prstGeom prst="rect">
            <a:avLst/>
          </a:prstGeom>
          <a:noFill/>
        </p:spPr>
        <p:txBody>
          <a:bodyPr wrap="square" lIns="0" tIns="0" rIns="0" bIns="0"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4800" b="1" dirty="0">
                <a:solidFill>
                  <a:prstClr val="white"/>
                </a:solidFill>
                <a:latin typeface="Bahnschrift SemiBold Condensed" panose="020B0502040204020203" pitchFamily="34" charset="0"/>
              </a:rPr>
              <a:t>COMPR</a:t>
            </a:r>
            <a:r>
              <a:rPr kumimoji="0" lang="en-US" sz="4800" b="1" i="0" u="none" strike="noStrike" kern="1200" cap="none" spc="0" normalizeH="0" baseline="0" noProof="0" dirty="0">
                <a:ln>
                  <a:noFill/>
                </a:ln>
                <a:solidFill>
                  <a:prstClr val="white"/>
                </a:solidFill>
                <a:effectLst/>
                <a:uLnTx/>
                <a:uFillTx/>
                <a:latin typeface="Bahnschrift SemiBold Condensed" panose="020B0502040204020203" pitchFamily="34" charset="0"/>
                <a:ea typeface="+mn-ea"/>
                <a:cs typeface="+mn-cs"/>
              </a:rPr>
              <a:t>É</a:t>
            </a:r>
            <a:r>
              <a:rPr lang="en-US" sz="4800" b="1" dirty="0">
                <a:solidFill>
                  <a:prstClr val="white"/>
                </a:solidFill>
                <a:latin typeface="Bahnschrift SemiBold Condensed" panose="020B0502040204020203" pitchFamily="34" charset="0"/>
              </a:rPr>
              <a:t>HENTION DU DOMAINE</a:t>
            </a:r>
            <a:endParaRPr kumimoji="0" lang="en-US" sz="4800" b="1" i="0" u="none" strike="noStrike" kern="1200" cap="none" spc="0" normalizeH="0" baseline="0" noProof="0" dirty="0">
              <a:ln>
                <a:noFill/>
              </a:ln>
              <a:solidFill>
                <a:prstClr val="white"/>
              </a:solidFill>
              <a:effectLst/>
              <a:uLnTx/>
              <a:uFillTx/>
              <a:latin typeface="Bahnschrift SemiBold Condensed" panose="020B0502040204020203" pitchFamily="34" charset="0"/>
              <a:ea typeface="+mn-ea"/>
              <a:cs typeface="+mn-cs"/>
            </a:endParaRPr>
          </a:p>
        </p:txBody>
      </p:sp>
      <p:sp>
        <p:nvSpPr>
          <p:cNvPr id="2" name="ZoneTexte 1">
            <a:extLst>
              <a:ext uri="{FF2B5EF4-FFF2-40B4-BE49-F238E27FC236}">
                <a16:creationId xmlns:a16="http://schemas.microsoft.com/office/drawing/2014/main" id="{9E423D41-96D4-477E-B0A1-B7F6EFBBC677}"/>
              </a:ext>
            </a:extLst>
          </p:cNvPr>
          <p:cNvSpPr txBox="1"/>
          <p:nvPr/>
        </p:nvSpPr>
        <p:spPr>
          <a:xfrm>
            <a:off x="2095500" y="3849360"/>
            <a:ext cx="1752600" cy="1015663"/>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6000" b="1" i="0" u="none" strike="noStrike" kern="1200" cap="none" spc="0" normalizeH="0" baseline="0" noProof="0" dirty="0">
                <a:ln>
                  <a:noFill/>
                </a:ln>
                <a:solidFill>
                  <a:schemeClr val="accent5">
                    <a:lumMod val="75000"/>
                  </a:schemeClr>
                </a:solidFill>
                <a:effectLst/>
                <a:uLnTx/>
                <a:uFillTx/>
                <a:latin typeface="Bahnschrift SemiBold Condensed" panose="020B0502040204020203" pitchFamily="34" charset="0"/>
                <a:ea typeface="+mn-ea"/>
                <a:cs typeface="Andalus" panose="02020603050405020304" pitchFamily="18" charset="-78"/>
              </a:rPr>
              <a:t>01.</a:t>
            </a:r>
          </a:p>
        </p:txBody>
      </p:sp>
      <p:sp>
        <p:nvSpPr>
          <p:cNvPr id="11" name="Rectangle 10">
            <a:extLst>
              <a:ext uri="{FF2B5EF4-FFF2-40B4-BE49-F238E27FC236}">
                <a16:creationId xmlns:a16="http://schemas.microsoft.com/office/drawing/2014/main" id="{48B09228-DB82-41FA-B7DA-EAC8E102CEF5}"/>
              </a:ext>
            </a:extLst>
          </p:cNvPr>
          <p:cNvSpPr/>
          <p:nvPr/>
        </p:nvSpPr>
        <p:spPr>
          <a:xfrm>
            <a:off x="0" y="3936828"/>
            <a:ext cx="3848100" cy="877163"/>
          </a:xfrm>
          <a:prstGeom prst="rect">
            <a:avLst/>
          </a:prstGeom>
          <a:noFill/>
          <a:ln w="19050">
            <a:solidFill>
              <a:schemeClr val="accent5">
                <a:lumMod val="7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Bahnschrift SemiBold Condensed" panose="020B0502040204020203" pitchFamily="34" charset="0"/>
              <a:ea typeface="+mn-ea"/>
              <a:cs typeface="+mn-cs"/>
            </a:endParaRPr>
          </a:p>
        </p:txBody>
      </p:sp>
      <p:sp>
        <p:nvSpPr>
          <p:cNvPr id="12" name="Rectangle 11">
            <a:extLst>
              <a:ext uri="{FF2B5EF4-FFF2-40B4-BE49-F238E27FC236}">
                <a16:creationId xmlns:a16="http://schemas.microsoft.com/office/drawing/2014/main" id="{3A733268-01EA-4852-8AF2-B6C64FD2023D}"/>
              </a:ext>
            </a:extLst>
          </p:cNvPr>
          <p:cNvSpPr/>
          <p:nvPr/>
        </p:nvSpPr>
        <p:spPr>
          <a:xfrm>
            <a:off x="8343890" y="2152650"/>
            <a:ext cx="3848110" cy="4192649"/>
          </a:xfrm>
          <a:prstGeom prst="rect">
            <a:avLst/>
          </a:prstGeom>
          <a:noFill/>
          <a:ln w="19050">
            <a:solidFill>
              <a:schemeClr val="accent5">
                <a:lumMod val="7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Bahnschrift SemiBold Condensed" panose="020B0502040204020203" pitchFamily="34" charset="0"/>
              <a:ea typeface="+mn-ea"/>
              <a:cs typeface="+mn-cs"/>
            </a:endParaRPr>
          </a:p>
        </p:txBody>
      </p:sp>
    </p:spTree>
    <p:extLst>
      <p:ext uri="{BB962C8B-B14F-4D97-AF65-F5344CB8AC3E}">
        <p14:creationId xmlns:p14="http://schemas.microsoft.com/office/powerpoint/2010/main" val="260979864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xmlns:p14="http://schemas.microsoft.com/office/powerpoint/2010/main" spd="med" p14:dur="600">
        <p159:morph option="byObject"/>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fill="hold"/>
                                        <p:tgtEl>
                                          <p:spTgt spid="11"/>
                                        </p:tgtEl>
                                        <p:attrNameLst>
                                          <p:attrName>ppt_x</p:attrName>
                                        </p:attrNameLst>
                                      </p:cBhvr>
                                      <p:tavLst>
                                        <p:tav tm="0">
                                          <p:val>
                                            <p:strVal val="0-#ppt_w/2"/>
                                          </p:val>
                                        </p:tav>
                                        <p:tav tm="100000">
                                          <p:val>
                                            <p:strVal val="#ppt_x"/>
                                          </p:val>
                                        </p:tav>
                                      </p:tavLst>
                                    </p:anim>
                                    <p:anim calcmode="lin" valueType="num">
                                      <p:cBhvr additive="base">
                                        <p:cTn id="8" dur="500" fill="hold"/>
                                        <p:tgtEl>
                                          <p:spTgt spid="11"/>
                                        </p:tgtEl>
                                        <p:attrNameLst>
                                          <p:attrName>ppt_y</p:attrName>
                                        </p:attrNameLst>
                                      </p:cBhvr>
                                      <p:tavLst>
                                        <p:tav tm="0">
                                          <p:val>
                                            <p:strVal val="#ppt_y"/>
                                          </p:val>
                                        </p:tav>
                                        <p:tav tm="100000">
                                          <p:val>
                                            <p:strVal val="#ppt_y"/>
                                          </p:val>
                                        </p:tav>
                                      </p:tavLst>
                                    </p:anim>
                                  </p:childTnLst>
                                </p:cTn>
                              </p:par>
                              <p:par>
                                <p:cTn id="9" presetID="2" presetClass="entr" presetSubtype="2" fill="hold" grpId="0" nodeType="withEffect">
                                  <p:stCondLst>
                                    <p:cond delay="0"/>
                                  </p:stCondLst>
                                  <p:childTnLst>
                                    <p:set>
                                      <p:cBhvr>
                                        <p:cTn id="10" dur="1" fill="hold">
                                          <p:stCondLst>
                                            <p:cond delay="0"/>
                                          </p:stCondLst>
                                        </p:cTn>
                                        <p:tgtEl>
                                          <p:spTgt spid="12"/>
                                        </p:tgtEl>
                                        <p:attrNameLst>
                                          <p:attrName>style.visibility</p:attrName>
                                        </p:attrNameLst>
                                      </p:cBhvr>
                                      <p:to>
                                        <p:strVal val="visible"/>
                                      </p:to>
                                    </p:set>
                                    <p:anim calcmode="lin" valueType="num">
                                      <p:cBhvr additive="base">
                                        <p:cTn id="11" dur="500" fill="hold"/>
                                        <p:tgtEl>
                                          <p:spTgt spid="12"/>
                                        </p:tgtEl>
                                        <p:attrNameLst>
                                          <p:attrName>ppt_x</p:attrName>
                                        </p:attrNameLst>
                                      </p:cBhvr>
                                      <p:tavLst>
                                        <p:tav tm="0">
                                          <p:val>
                                            <p:strVal val="1+#ppt_w/2"/>
                                          </p:val>
                                        </p:tav>
                                        <p:tav tm="100000">
                                          <p:val>
                                            <p:strVal val="#ppt_x"/>
                                          </p:val>
                                        </p:tav>
                                      </p:tavLst>
                                    </p:anim>
                                    <p:anim calcmode="lin" valueType="num">
                                      <p:cBhvr additive="base">
                                        <p:cTn id="12" dur="500" fill="hold"/>
                                        <p:tgtEl>
                                          <p:spTgt spid="1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 name="Freeform: Shape 12">
            <a:extLst>
              <a:ext uri="{FF2B5EF4-FFF2-40B4-BE49-F238E27FC236}">
                <a16:creationId xmlns:a16="http://schemas.microsoft.com/office/drawing/2014/main" id="{D5DB1EDF-15E7-4595-B452-9F91462EA50E}"/>
              </a:ext>
            </a:extLst>
          </p:cNvPr>
          <p:cNvSpPr/>
          <p:nvPr/>
        </p:nvSpPr>
        <p:spPr>
          <a:xfrm rot="10800000">
            <a:off x="303282" y="152400"/>
            <a:ext cx="687317" cy="538678"/>
          </a:xfrm>
          <a:custGeom>
            <a:avLst/>
            <a:gdLst>
              <a:gd name="connsiteX0" fmla="*/ 9526 w 3470338"/>
              <a:gd name="connsiteY0" fmla="*/ 0 h 6346429"/>
              <a:gd name="connsiteX1" fmla="*/ 3470338 w 3470338"/>
              <a:gd name="connsiteY1" fmla="*/ 0 h 6346429"/>
              <a:gd name="connsiteX2" fmla="*/ 3470338 w 3470338"/>
              <a:gd name="connsiteY2" fmla="*/ 6346429 h 6346429"/>
              <a:gd name="connsiteX3" fmla="*/ 9526 w 3470338"/>
              <a:gd name="connsiteY3" fmla="*/ 6346429 h 6346429"/>
              <a:gd name="connsiteX4" fmla="*/ 7830 w 3470338"/>
              <a:gd name="connsiteY4" fmla="*/ 5754489 h 6346429"/>
              <a:gd name="connsiteX5" fmla="*/ 1066800 w 3470338"/>
              <a:gd name="connsiteY5" fmla="*/ 5754489 h 6346429"/>
              <a:gd name="connsiteX6" fmla="*/ 1066800 w 3470338"/>
              <a:gd name="connsiteY6" fmla="*/ 3173214 h 6346429"/>
              <a:gd name="connsiteX7" fmla="*/ 437 w 3470338"/>
              <a:gd name="connsiteY7" fmla="*/ 3173214 h 6346429"/>
              <a:gd name="connsiteX8" fmla="*/ 0 w 3470338"/>
              <a:gd name="connsiteY8" fmla="*/ 3020814 h 6346429"/>
              <a:gd name="connsiteX9" fmla="*/ 9526 w 3470338"/>
              <a:gd name="connsiteY9" fmla="*/ 0 h 6346429"/>
              <a:gd name="connsiteX0" fmla="*/ 9526 w 3470338"/>
              <a:gd name="connsiteY0" fmla="*/ 0 h 6346429"/>
              <a:gd name="connsiteX1" fmla="*/ 3470338 w 3470338"/>
              <a:gd name="connsiteY1" fmla="*/ 0 h 6346429"/>
              <a:gd name="connsiteX2" fmla="*/ 3470338 w 3470338"/>
              <a:gd name="connsiteY2" fmla="*/ 6346429 h 6346429"/>
              <a:gd name="connsiteX3" fmla="*/ 9526 w 3470338"/>
              <a:gd name="connsiteY3" fmla="*/ 6346429 h 6346429"/>
              <a:gd name="connsiteX4" fmla="*/ 7830 w 3470338"/>
              <a:gd name="connsiteY4" fmla="*/ 5754489 h 6346429"/>
              <a:gd name="connsiteX5" fmla="*/ 1066800 w 3470338"/>
              <a:gd name="connsiteY5" fmla="*/ 5754489 h 6346429"/>
              <a:gd name="connsiteX6" fmla="*/ 437 w 3470338"/>
              <a:gd name="connsiteY6" fmla="*/ 3173214 h 6346429"/>
              <a:gd name="connsiteX7" fmla="*/ 0 w 3470338"/>
              <a:gd name="connsiteY7" fmla="*/ 3020814 h 6346429"/>
              <a:gd name="connsiteX8" fmla="*/ 9526 w 3470338"/>
              <a:gd name="connsiteY8" fmla="*/ 0 h 6346429"/>
              <a:gd name="connsiteX0" fmla="*/ 1066800 w 3470338"/>
              <a:gd name="connsiteY0" fmla="*/ 5754489 h 6346429"/>
              <a:gd name="connsiteX1" fmla="*/ 437 w 3470338"/>
              <a:gd name="connsiteY1" fmla="*/ 3173214 h 6346429"/>
              <a:gd name="connsiteX2" fmla="*/ 0 w 3470338"/>
              <a:gd name="connsiteY2" fmla="*/ 3020814 h 6346429"/>
              <a:gd name="connsiteX3" fmla="*/ 9526 w 3470338"/>
              <a:gd name="connsiteY3" fmla="*/ 0 h 6346429"/>
              <a:gd name="connsiteX4" fmla="*/ 3470338 w 3470338"/>
              <a:gd name="connsiteY4" fmla="*/ 0 h 6346429"/>
              <a:gd name="connsiteX5" fmla="*/ 3470338 w 3470338"/>
              <a:gd name="connsiteY5" fmla="*/ 6346429 h 6346429"/>
              <a:gd name="connsiteX6" fmla="*/ 9526 w 3470338"/>
              <a:gd name="connsiteY6" fmla="*/ 6346429 h 6346429"/>
              <a:gd name="connsiteX7" fmla="*/ 7830 w 3470338"/>
              <a:gd name="connsiteY7" fmla="*/ 5754489 h 6346429"/>
              <a:gd name="connsiteX8" fmla="*/ 1158240 w 3470338"/>
              <a:gd name="connsiteY8" fmla="*/ 5845929 h 6346429"/>
              <a:gd name="connsiteX0" fmla="*/ 437 w 3470338"/>
              <a:gd name="connsiteY0" fmla="*/ 3173214 h 6346429"/>
              <a:gd name="connsiteX1" fmla="*/ 0 w 3470338"/>
              <a:gd name="connsiteY1" fmla="*/ 3020814 h 6346429"/>
              <a:gd name="connsiteX2" fmla="*/ 9526 w 3470338"/>
              <a:gd name="connsiteY2" fmla="*/ 0 h 6346429"/>
              <a:gd name="connsiteX3" fmla="*/ 3470338 w 3470338"/>
              <a:gd name="connsiteY3" fmla="*/ 0 h 6346429"/>
              <a:gd name="connsiteX4" fmla="*/ 3470338 w 3470338"/>
              <a:gd name="connsiteY4" fmla="*/ 6346429 h 6346429"/>
              <a:gd name="connsiteX5" fmla="*/ 9526 w 3470338"/>
              <a:gd name="connsiteY5" fmla="*/ 6346429 h 6346429"/>
              <a:gd name="connsiteX6" fmla="*/ 7830 w 3470338"/>
              <a:gd name="connsiteY6" fmla="*/ 5754489 h 6346429"/>
              <a:gd name="connsiteX7" fmla="*/ 1158240 w 3470338"/>
              <a:gd name="connsiteY7" fmla="*/ 5845929 h 6346429"/>
              <a:gd name="connsiteX0" fmla="*/ 437 w 3470338"/>
              <a:gd name="connsiteY0" fmla="*/ 3173214 h 6346429"/>
              <a:gd name="connsiteX1" fmla="*/ 0 w 3470338"/>
              <a:gd name="connsiteY1" fmla="*/ 3020814 h 6346429"/>
              <a:gd name="connsiteX2" fmla="*/ 9526 w 3470338"/>
              <a:gd name="connsiteY2" fmla="*/ 0 h 6346429"/>
              <a:gd name="connsiteX3" fmla="*/ 3470338 w 3470338"/>
              <a:gd name="connsiteY3" fmla="*/ 0 h 6346429"/>
              <a:gd name="connsiteX4" fmla="*/ 3470338 w 3470338"/>
              <a:gd name="connsiteY4" fmla="*/ 6346429 h 6346429"/>
              <a:gd name="connsiteX5" fmla="*/ 9526 w 3470338"/>
              <a:gd name="connsiteY5" fmla="*/ 6346429 h 6346429"/>
              <a:gd name="connsiteX6" fmla="*/ 7830 w 3470338"/>
              <a:gd name="connsiteY6" fmla="*/ 5754489 h 63464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470338" h="6346429">
                <a:moveTo>
                  <a:pt x="437" y="3173214"/>
                </a:moveTo>
                <a:cubicBezTo>
                  <a:pt x="291" y="3122414"/>
                  <a:pt x="146" y="3071614"/>
                  <a:pt x="0" y="3020814"/>
                </a:cubicBezTo>
                <a:cubicBezTo>
                  <a:pt x="3175" y="2013876"/>
                  <a:pt x="6351" y="1006938"/>
                  <a:pt x="9526" y="0"/>
                </a:cubicBezTo>
                <a:lnTo>
                  <a:pt x="3470338" y="0"/>
                </a:lnTo>
                <a:lnTo>
                  <a:pt x="3470338" y="6346429"/>
                </a:lnTo>
                <a:lnTo>
                  <a:pt x="9526" y="6346429"/>
                </a:lnTo>
                <a:cubicBezTo>
                  <a:pt x="8961" y="6149116"/>
                  <a:pt x="8395" y="5951802"/>
                  <a:pt x="7830" y="5754489"/>
                </a:cubicBezTo>
              </a:path>
            </a:pathLst>
          </a:custGeom>
          <a:noFill/>
          <a:ln w="28575">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Light"/>
              <a:ea typeface="+mn-ea"/>
              <a:cs typeface="+mn-cs"/>
            </a:endParaRPr>
          </a:p>
        </p:txBody>
      </p:sp>
      <p:sp>
        <p:nvSpPr>
          <p:cNvPr id="17" name="Rectangle 16">
            <a:extLst>
              <a:ext uri="{FF2B5EF4-FFF2-40B4-BE49-F238E27FC236}">
                <a16:creationId xmlns:a16="http://schemas.microsoft.com/office/drawing/2014/main" id="{A6D7F3A7-E826-483A-9877-87B3A877C04B}"/>
              </a:ext>
            </a:extLst>
          </p:cNvPr>
          <p:cNvSpPr/>
          <p:nvPr/>
        </p:nvSpPr>
        <p:spPr>
          <a:xfrm>
            <a:off x="0" y="6375400"/>
            <a:ext cx="800100" cy="330200"/>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fld id="{F09A53AA-5BBC-45BF-A8BA-607E2F8DA8AB}" type="slidenum">
              <a:rPr kumimoji="0" lang="en-US" sz="1000" b="0" i="0" u="none" strike="noStrike" kern="1200" cap="none" spc="0" normalizeH="0" baseline="0" noProof="0" smtClean="0">
                <a:ln>
                  <a:noFill/>
                </a:ln>
                <a:solidFill>
                  <a:prstClr val="white"/>
                </a:solidFill>
                <a:effectLst/>
                <a:uLnTx/>
                <a:uFillTx/>
                <a:latin typeface="Calibri Light"/>
                <a:ea typeface="+mn-ea"/>
                <a:cs typeface="+mn-cs"/>
              </a:rPr>
              <a:t>4</a:t>
            </a:fld>
            <a:endParaRPr kumimoji="0" lang="en-US" sz="1000" b="0" i="0" u="none" strike="noStrike" kern="1200" cap="none" spc="0" normalizeH="0" baseline="0" noProof="0" dirty="0">
              <a:ln>
                <a:noFill/>
              </a:ln>
              <a:solidFill>
                <a:prstClr val="white"/>
              </a:solidFill>
              <a:effectLst/>
              <a:uLnTx/>
              <a:uFillTx/>
              <a:latin typeface="Calibri Light"/>
              <a:ea typeface="+mn-ea"/>
              <a:cs typeface="+mn-cs"/>
            </a:endParaRPr>
          </a:p>
        </p:txBody>
      </p:sp>
      <p:sp>
        <p:nvSpPr>
          <p:cNvPr id="2" name="ZoneTexte 1">
            <a:extLst>
              <a:ext uri="{FF2B5EF4-FFF2-40B4-BE49-F238E27FC236}">
                <a16:creationId xmlns:a16="http://schemas.microsoft.com/office/drawing/2014/main" id="{D1A335EE-1E6C-46D5-80EE-740B779FFE8D}"/>
              </a:ext>
            </a:extLst>
          </p:cNvPr>
          <p:cNvSpPr txBox="1"/>
          <p:nvPr/>
        </p:nvSpPr>
        <p:spPr>
          <a:xfrm>
            <a:off x="423962" y="206293"/>
            <a:ext cx="445956"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2400" b="1" i="0" u="none" strike="noStrike" kern="1200" cap="none" spc="0" normalizeH="0" baseline="0" noProof="0" dirty="0">
                <a:ln>
                  <a:noFill/>
                </a:ln>
                <a:solidFill>
                  <a:schemeClr val="accent5">
                    <a:lumMod val="75000"/>
                  </a:schemeClr>
                </a:solidFill>
                <a:effectLst/>
                <a:uLnTx/>
                <a:uFillTx/>
                <a:latin typeface="Bahnschrift SemiBold Condensed" panose="020B0502040204020203" pitchFamily="34" charset="0"/>
                <a:ea typeface="+mn-ea"/>
                <a:cs typeface="+mn-cs"/>
              </a:rPr>
              <a:t>01.</a:t>
            </a:r>
          </a:p>
        </p:txBody>
      </p:sp>
      <p:sp>
        <p:nvSpPr>
          <p:cNvPr id="19" name="ZoneTexte 13">
            <a:extLst>
              <a:ext uri="{FF2B5EF4-FFF2-40B4-BE49-F238E27FC236}">
                <a16:creationId xmlns:a16="http://schemas.microsoft.com/office/drawing/2014/main" id="{489387D7-4C89-4B33-9645-53DBCEC8A26A}"/>
              </a:ext>
            </a:extLst>
          </p:cNvPr>
          <p:cNvSpPr txBox="1"/>
          <p:nvPr/>
        </p:nvSpPr>
        <p:spPr>
          <a:xfrm>
            <a:off x="1123472" y="628712"/>
            <a:ext cx="8576339" cy="400110"/>
          </a:xfrm>
          <a:prstGeom prst="rect">
            <a:avLst/>
          </a:prstGeom>
          <a:noFill/>
        </p:spPr>
        <p:txBody>
          <a:bodyPr wrap="square" rtlCol="0">
            <a:spAutoFit/>
          </a:bodyPr>
          <a:lstStyle/>
          <a:p>
            <a:r>
              <a:rPr lang="fr-FR" sz="2000" dirty="0">
                <a:solidFill>
                  <a:schemeClr val="accent5">
                    <a:lumMod val="75000"/>
                  </a:schemeClr>
                </a:solidFill>
                <a:latin typeface="Bahnschrift SemiLight Condensed" panose="020B0502040204020203" pitchFamily="34" charset="0"/>
                <a:cs typeface="Calibri" panose="020F0502020204030204" pitchFamily="34" charset="0"/>
              </a:rPr>
              <a:t>CONTEXTE</a:t>
            </a:r>
          </a:p>
        </p:txBody>
      </p:sp>
      <p:sp>
        <p:nvSpPr>
          <p:cNvPr id="20" name="TextBox 19">
            <a:extLst>
              <a:ext uri="{FF2B5EF4-FFF2-40B4-BE49-F238E27FC236}">
                <a16:creationId xmlns:a16="http://schemas.microsoft.com/office/drawing/2014/main" id="{095C90B4-DA64-4B1B-B9EA-704DB1143643}"/>
              </a:ext>
            </a:extLst>
          </p:cNvPr>
          <p:cNvSpPr txBox="1"/>
          <p:nvPr/>
        </p:nvSpPr>
        <p:spPr>
          <a:xfrm>
            <a:off x="1185732" y="157038"/>
            <a:ext cx="6829425" cy="492443"/>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3200" dirty="0">
                <a:solidFill>
                  <a:prstClr val="black">
                    <a:lumMod val="75000"/>
                    <a:lumOff val="25000"/>
                  </a:prstClr>
                </a:solidFill>
                <a:latin typeface="Bahnschrift SemiBold Condensed" panose="020B0502040204020203" pitchFamily="34" charset="0"/>
              </a:rPr>
              <a:t>COMPR</a:t>
            </a:r>
            <a:r>
              <a:rPr kumimoji="0" lang="en-US" sz="3200" b="0" i="0" u="none" strike="noStrike" kern="1200" cap="none" spc="0" normalizeH="0" baseline="0" noProof="0" dirty="0">
                <a:ln>
                  <a:noFill/>
                </a:ln>
                <a:solidFill>
                  <a:prstClr val="black">
                    <a:lumMod val="75000"/>
                    <a:lumOff val="25000"/>
                  </a:prstClr>
                </a:solidFill>
                <a:effectLst/>
                <a:uLnTx/>
                <a:uFillTx/>
                <a:latin typeface="Bahnschrift SemiBold Condensed" panose="020B0502040204020203" pitchFamily="34" charset="0"/>
                <a:ea typeface="+mn-ea"/>
                <a:cs typeface="+mn-cs"/>
              </a:rPr>
              <a:t>ÉHENTION DU DOMAINE</a:t>
            </a:r>
          </a:p>
        </p:txBody>
      </p:sp>
      <p:sp>
        <p:nvSpPr>
          <p:cNvPr id="3" name="Forme libre : forme 2">
            <a:extLst>
              <a:ext uri="{FF2B5EF4-FFF2-40B4-BE49-F238E27FC236}">
                <a16:creationId xmlns:a16="http://schemas.microsoft.com/office/drawing/2014/main" id="{397E41FD-BD9A-4541-AD62-217FE49D426B}"/>
              </a:ext>
            </a:extLst>
          </p:cNvPr>
          <p:cNvSpPr/>
          <p:nvPr/>
        </p:nvSpPr>
        <p:spPr>
          <a:xfrm>
            <a:off x="264172" y="1074195"/>
            <a:ext cx="200651" cy="5301205"/>
          </a:xfrm>
          <a:custGeom>
            <a:avLst/>
            <a:gdLst>
              <a:gd name="connsiteX0" fmla="*/ 13636 w 200651"/>
              <a:gd name="connsiteY0" fmla="*/ 0 h 5301205"/>
              <a:gd name="connsiteX1" fmla="*/ 175681 w 200651"/>
              <a:gd name="connsiteY1" fmla="*/ 1134319 h 5301205"/>
              <a:gd name="connsiteX2" fmla="*/ 2061 w 200651"/>
              <a:gd name="connsiteY2" fmla="*/ 2210764 h 5301205"/>
              <a:gd name="connsiteX3" fmla="*/ 198831 w 200651"/>
              <a:gd name="connsiteY3" fmla="*/ 3090440 h 5301205"/>
              <a:gd name="connsiteX4" fmla="*/ 94659 w 200651"/>
              <a:gd name="connsiteY4" fmla="*/ 4178460 h 5301205"/>
              <a:gd name="connsiteX5" fmla="*/ 2061 w 200651"/>
              <a:gd name="connsiteY5" fmla="*/ 4988688 h 5301205"/>
              <a:gd name="connsiteX6" fmla="*/ 187256 w 200651"/>
              <a:gd name="connsiteY6" fmla="*/ 5301205 h 53012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00651" h="5301205">
                <a:moveTo>
                  <a:pt x="13636" y="0"/>
                </a:moveTo>
                <a:cubicBezTo>
                  <a:pt x="95623" y="382929"/>
                  <a:pt x="177610" y="765858"/>
                  <a:pt x="175681" y="1134319"/>
                </a:cubicBezTo>
                <a:cubicBezTo>
                  <a:pt x="173752" y="1502780"/>
                  <a:pt x="-1797" y="1884744"/>
                  <a:pt x="2061" y="2210764"/>
                </a:cubicBezTo>
                <a:cubicBezTo>
                  <a:pt x="5919" y="2536784"/>
                  <a:pt x="183398" y="2762491"/>
                  <a:pt x="198831" y="3090440"/>
                </a:cubicBezTo>
                <a:cubicBezTo>
                  <a:pt x="214264" y="3418389"/>
                  <a:pt x="127454" y="3862085"/>
                  <a:pt x="94659" y="4178460"/>
                </a:cubicBezTo>
                <a:cubicBezTo>
                  <a:pt x="61864" y="4494835"/>
                  <a:pt x="-13372" y="4801564"/>
                  <a:pt x="2061" y="4988688"/>
                </a:cubicBezTo>
                <a:cubicBezTo>
                  <a:pt x="17494" y="5175812"/>
                  <a:pt x="164107" y="5212466"/>
                  <a:pt x="187256" y="5301205"/>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 name="Forme libre : forme 3">
            <a:extLst>
              <a:ext uri="{FF2B5EF4-FFF2-40B4-BE49-F238E27FC236}">
                <a16:creationId xmlns:a16="http://schemas.microsoft.com/office/drawing/2014/main" id="{6C936365-3645-4D07-977E-379705B525F1}"/>
              </a:ext>
            </a:extLst>
          </p:cNvPr>
          <p:cNvSpPr/>
          <p:nvPr/>
        </p:nvSpPr>
        <p:spPr>
          <a:xfrm>
            <a:off x="11503456" y="0"/>
            <a:ext cx="385263" cy="6886937"/>
          </a:xfrm>
          <a:custGeom>
            <a:avLst/>
            <a:gdLst>
              <a:gd name="connsiteX0" fmla="*/ 28484 w 385263"/>
              <a:gd name="connsiteY0" fmla="*/ 0 h 6886937"/>
              <a:gd name="connsiteX1" fmla="*/ 144231 w 385263"/>
              <a:gd name="connsiteY1" fmla="*/ 567159 h 6886937"/>
              <a:gd name="connsiteX2" fmla="*/ 5335 w 385263"/>
              <a:gd name="connsiteY2" fmla="*/ 1377387 h 6886937"/>
              <a:gd name="connsiteX3" fmla="*/ 63208 w 385263"/>
              <a:gd name="connsiteY3" fmla="*/ 2002420 h 6886937"/>
              <a:gd name="connsiteX4" fmla="*/ 375724 w 385263"/>
              <a:gd name="connsiteY4" fmla="*/ 3333509 h 6886937"/>
              <a:gd name="connsiteX5" fmla="*/ 283127 w 385263"/>
              <a:gd name="connsiteY5" fmla="*/ 4641448 h 6886937"/>
              <a:gd name="connsiteX6" fmla="*/ 63208 w 385263"/>
              <a:gd name="connsiteY6" fmla="*/ 5683170 h 6886937"/>
              <a:gd name="connsiteX7" fmla="*/ 155805 w 385263"/>
              <a:gd name="connsiteY7" fmla="*/ 6886937 h 68869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5263" h="6886937">
                <a:moveTo>
                  <a:pt x="28484" y="0"/>
                </a:moveTo>
                <a:cubicBezTo>
                  <a:pt x="88286" y="168797"/>
                  <a:pt x="148089" y="337595"/>
                  <a:pt x="144231" y="567159"/>
                </a:cubicBezTo>
                <a:cubicBezTo>
                  <a:pt x="140373" y="796723"/>
                  <a:pt x="18839" y="1138177"/>
                  <a:pt x="5335" y="1377387"/>
                </a:cubicBezTo>
                <a:cubicBezTo>
                  <a:pt x="-8169" y="1616597"/>
                  <a:pt x="1476" y="1676400"/>
                  <a:pt x="63208" y="2002420"/>
                </a:cubicBezTo>
                <a:cubicBezTo>
                  <a:pt x="124940" y="2328440"/>
                  <a:pt x="339071" y="2893671"/>
                  <a:pt x="375724" y="3333509"/>
                </a:cubicBezTo>
                <a:cubicBezTo>
                  <a:pt x="412377" y="3773347"/>
                  <a:pt x="335213" y="4249838"/>
                  <a:pt x="283127" y="4641448"/>
                </a:cubicBezTo>
                <a:cubicBezTo>
                  <a:pt x="231041" y="5033058"/>
                  <a:pt x="84428" y="5308922"/>
                  <a:pt x="63208" y="5683170"/>
                </a:cubicBezTo>
                <a:cubicBezTo>
                  <a:pt x="41988" y="6057418"/>
                  <a:pt x="142301" y="6694026"/>
                  <a:pt x="155805" y="6886937"/>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 name="Forme libre : forme 4">
            <a:extLst>
              <a:ext uri="{FF2B5EF4-FFF2-40B4-BE49-F238E27FC236}">
                <a16:creationId xmlns:a16="http://schemas.microsoft.com/office/drawing/2014/main" id="{4A542A38-BB5D-4610-9D35-591E26532F71}"/>
              </a:ext>
            </a:extLst>
          </p:cNvPr>
          <p:cNvSpPr/>
          <p:nvPr/>
        </p:nvSpPr>
        <p:spPr>
          <a:xfrm>
            <a:off x="11396127" y="0"/>
            <a:ext cx="455609" cy="6840638"/>
          </a:xfrm>
          <a:custGeom>
            <a:avLst/>
            <a:gdLst>
              <a:gd name="connsiteX0" fmla="*/ 291238 w 455609"/>
              <a:gd name="connsiteY0" fmla="*/ 0 h 6840638"/>
              <a:gd name="connsiteX1" fmla="*/ 1871 w 455609"/>
              <a:gd name="connsiteY1" fmla="*/ 636607 h 6840638"/>
              <a:gd name="connsiteX2" fmla="*/ 163917 w 455609"/>
              <a:gd name="connsiteY2" fmla="*/ 1898248 h 6840638"/>
              <a:gd name="connsiteX3" fmla="*/ 106043 w 455609"/>
              <a:gd name="connsiteY3" fmla="*/ 3044141 h 6840638"/>
              <a:gd name="connsiteX4" fmla="*/ 453284 w 455609"/>
              <a:gd name="connsiteY4" fmla="*/ 4942390 h 6840638"/>
              <a:gd name="connsiteX5" fmla="*/ 256514 w 455609"/>
              <a:gd name="connsiteY5" fmla="*/ 6123007 h 6840638"/>
              <a:gd name="connsiteX6" fmla="*/ 233365 w 455609"/>
              <a:gd name="connsiteY6" fmla="*/ 6840638 h 68406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55609" h="6840638">
                <a:moveTo>
                  <a:pt x="291238" y="0"/>
                </a:moveTo>
                <a:cubicBezTo>
                  <a:pt x="157164" y="160116"/>
                  <a:pt x="23091" y="320232"/>
                  <a:pt x="1871" y="636607"/>
                </a:cubicBezTo>
                <a:cubicBezTo>
                  <a:pt x="-19349" y="952982"/>
                  <a:pt x="146555" y="1496992"/>
                  <a:pt x="163917" y="1898248"/>
                </a:cubicBezTo>
                <a:cubicBezTo>
                  <a:pt x="181279" y="2299504"/>
                  <a:pt x="57815" y="2536784"/>
                  <a:pt x="106043" y="3044141"/>
                </a:cubicBezTo>
                <a:cubicBezTo>
                  <a:pt x="154271" y="3551498"/>
                  <a:pt x="428206" y="4429246"/>
                  <a:pt x="453284" y="4942390"/>
                </a:cubicBezTo>
                <a:cubicBezTo>
                  <a:pt x="478362" y="5455534"/>
                  <a:pt x="293167" y="5806632"/>
                  <a:pt x="256514" y="6123007"/>
                </a:cubicBezTo>
                <a:cubicBezTo>
                  <a:pt x="219861" y="6439382"/>
                  <a:pt x="252656" y="6618790"/>
                  <a:pt x="233365" y="6840638"/>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 name="Forme libre : forme 5">
            <a:extLst>
              <a:ext uri="{FF2B5EF4-FFF2-40B4-BE49-F238E27FC236}">
                <a16:creationId xmlns:a16="http://schemas.microsoft.com/office/drawing/2014/main" id="{A094F3F6-7D2B-4F0C-B811-12FA6238AAD4}"/>
              </a:ext>
            </a:extLst>
          </p:cNvPr>
          <p:cNvSpPr/>
          <p:nvPr/>
        </p:nvSpPr>
        <p:spPr>
          <a:xfrm>
            <a:off x="11673171" y="8681"/>
            <a:ext cx="335880" cy="6840638"/>
          </a:xfrm>
          <a:custGeom>
            <a:avLst/>
            <a:gdLst>
              <a:gd name="connsiteX0" fmla="*/ 220133 w 335880"/>
              <a:gd name="connsiteY0" fmla="*/ 0 h 6840638"/>
              <a:gd name="connsiteX1" fmla="*/ 81237 w 335880"/>
              <a:gd name="connsiteY1" fmla="*/ 1053297 h 6840638"/>
              <a:gd name="connsiteX2" fmla="*/ 208558 w 335880"/>
              <a:gd name="connsiteY2" fmla="*/ 2754775 h 6840638"/>
              <a:gd name="connsiteX3" fmla="*/ 214 w 335880"/>
              <a:gd name="connsiteY3" fmla="*/ 3565003 h 6840638"/>
              <a:gd name="connsiteX4" fmla="*/ 254857 w 335880"/>
              <a:gd name="connsiteY4" fmla="*/ 5162309 h 6840638"/>
              <a:gd name="connsiteX5" fmla="*/ 335880 w 335880"/>
              <a:gd name="connsiteY5" fmla="*/ 6840638 h 68406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35880" h="6840638">
                <a:moveTo>
                  <a:pt x="220133" y="0"/>
                </a:moveTo>
                <a:cubicBezTo>
                  <a:pt x="151649" y="297084"/>
                  <a:pt x="83166" y="594168"/>
                  <a:pt x="81237" y="1053297"/>
                </a:cubicBezTo>
                <a:cubicBezTo>
                  <a:pt x="79308" y="1512426"/>
                  <a:pt x="222062" y="2336157"/>
                  <a:pt x="208558" y="2754775"/>
                </a:cubicBezTo>
                <a:cubicBezTo>
                  <a:pt x="195054" y="3173393"/>
                  <a:pt x="-7502" y="3163747"/>
                  <a:pt x="214" y="3565003"/>
                </a:cubicBezTo>
                <a:cubicBezTo>
                  <a:pt x="7930" y="3966259"/>
                  <a:pt x="198913" y="4616370"/>
                  <a:pt x="254857" y="5162309"/>
                </a:cubicBezTo>
                <a:cubicBezTo>
                  <a:pt x="310801" y="5708248"/>
                  <a:pt x="299227" y="6456744"/>
                  <a:pt x="335880" y="6840638"/>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ZoneTexte 7">
            <a:extLst>
              <a:ext uri="{FF2B5EF4-FFF2-40B4-BE49-F238E27FC236}">
                <a16:creationId xmlns:a16="http://schemas.microsoft.com/office/drawing/2014/main" id="{FD686B8E-92BE-2C33-8595-2F502B20BDB9}"/>
              </a:ext>
            </a:extLst>
          </p:cNvPr>
          <p:cNvSpPr txBox="1"/>
          <p:nvPr/>
        </p:nvSpPr>
        <p:spPr>
          <a:xfrm>
            <a:off x="1258310" y="2609948"/>
            <a:ext cx="9647796" cy="2344616"/>
          </a:xfrm>
          <a:prstGeom prst="rect">
            <a:avLst/>
          </a:prstGeom>
          <a:noFill/>
        </p:spPr>
        <p:txBody>
          <a:bodyPr wrap="square" rtlCol="0">
            <a:spAutoFit/>
          </a:bodyPr>
          <a:lstStyle/>
          <a:p>
            <a:pPr marL="0" marR="0" lvl="0" indent="0" algn="ctr" defTabSz="914400" rtl="0" eaLnBrk="0" fontAlgn="base" latinLnBrk="0" hangingPunct="0">
              <a:lnSpc>
                <a:spcPct val="150000"/>
              </a:lnSpc>
              <a:spcBef>
                <a:spcPct val="0"/>
              </a:spcBef>
              <a:spcAft>
                <a:spcPct val="0"/>
              </a:spcAft>
              <a:buClrTx/>
              <a:buSzTx/>
              <a:buFontTx/>
              <a:buNone/>
              <a:tabLst/>
            </a:pPr>
            <a:r>
              <a:rPr kumimoji="0" lang="fr-FR" altLang="en-US" sz="2000" b="0" i="0" u="none" strike="noStrike" cap="none" normalizeH="0" baseline="0" dirty="0">
                <a:ln>
                  <a:noFill/>
                </a:ln>
                <a:solidFill>
                  <a:schemeClr val="tx1"/>
                </a:solidFill>
                <a:effectLst/>
                <a:latin typeface="Georgia" panose="02040502050405020303" pitchFamily="18" charset="0"/>
              </a:rPr>
              <a:t>Avec l'augmentation des cyberattaques, la détection rapide des menaces devient essentielle pour protéger les systèmes informatiques. Ce projet explore l'utilisation des algorithmes d'apprentissage automatique pour anticiper et prévenir les intrusions et les activités anormales. L'objectif est de proposer une approche innovante pour renforcer la sécurité des systèmes.</a:t>
            </a:r>
          </a:p>
        </p:txBody>
      </p:sp>
    </p:spTree>
    <p:extLst>
      <p:ext uri="{BB962C8B-B14F-4D97-AF65-F5344CB8AC3E}">
        <p14:creationId xmlns:p14="http://schemas.microsoft.com/office/powerpoint/2010/main" val="303367897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xmlns:p14="http://schemas.microsoft.com/office/powerpoint/2010/main" spd="med" p14:dur="600">
        <p159:morph option="byObject"/>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3B3B67B-CFCD-91EE-63E5-4668BE964BBD}"/>
            </a:ext>
          </a:extLst>
        </p:cNvPr>
        <p:cNvGrpSpPr/>
        <p:nvPr/>
      </p:nvGrpSpPr>
      <p:grpSpPr>
        <a:xfrm>
          <a:off x="0" y="0"/>
          <a:ext cx="0" cy="0"/>
          <a:chOff x="0" y="0"/>
          <a:chExt cx="0" cy="0"/>
        </a:xfrm>
      </p:grpSpPr>
      <p:sp>
        <p:nvSpPr>
          <p:cNvPr id="13" name="Freeform: Shape 12">
            <a:extLst>
              <a:ext uri="{FF2B5EF4-FFF2-40B4-BE49-F238E27FC236}">
                <a16:creationId xmlns:a16="http://schemas.microsoft.com/office/drawing/2014/main" id="{F591844A-B1F0-33B9-6F79-3A971F243B76}"/>
              </a:ext>
            </a:extLst>
          </p:cNvPr>
          <p:cNvSpPr/>
          <p:nvPr/>
        </p:nvSpPr>
        <p:spPr>
          <a:xfrm rot="10800000">
            <a:off x="303282" y="152400"/>
            <a:ext cx="687317" cy="538678"/>
          </a:xfrm>
          <a:custGeom>
            <a:avLst/>
            <a:gdLst>
              <a:gd name="connsiteX0" fmla="*/ 9526 w 3470338"/>
              <a:gd name="connsiteY0" fmla="*/ 0 h 6346429"/>
              <a:gd name="connsiteX1" fmla="*/ 3470338 w 3470338"/>
              <a:gd name="connsiteY1" fmla="*/ 0 h 6346429"/>
              <a:gd name="connsiteX2" fmla="*/ 3470338 w 3470338"/>
              <a:gd name="connsiteY2" fmla="*/ 6346429 h 6346429"/>
              <a:gd name="connsiteX3" fmla="*/ 9526 w 3470338"/>
              <a:gd name="connsiteY3" fmla="*/ 6346429 h 6346429"/>
              <a:gd name="connsiteX4" fmla="*/ 7830 w 3470338"/>
              <a:gd name="connsiteY4" fmla="*/ 5754489 h 6346429"/>
              <a:gd name="connsiteX5" fmla="*/ 1066800 w 3470338"/>
              <a:gd name="connsiteY5" fmla="*/ 5754489 h 6346429"/>
              <a:gd name="connsiteX6" fmla="*/ 1066800 w 3470338"/>
              <a:gd name="connsiteY6" fmla="*/ 3173214 h 6346429"/>
              <a:gd name="connsiteX7" fmla="*/ 437 w 3470338"/>
              <a:gd name="connsiteY7" fmla="*/ 3173214 h 6346429"/>
              <a:gd name="connsiteX8" fmla="*/ 0 w 3470338"/>
              <a:gd name="connsiteY8" fmla="*/ 3020814 h 6346429"/>
              <a:gd name="connsiteX9" fmla="*/ 9526 w 3470338"/>
              <a:gd name="connsiteY9" fmla="*/ 0 h 6346429"/>
              <a:gd name="connsiteX0" fmla="*/ 9526 w 3470338"/>
              <a:gd name="connsiteY0" fmla="*/ 0 h 6346429"/>
              <a:gd name="connsiteX1" fmla="*/ 3470338 w 3470338"/>
              <a:gd name="connsiteY1" fmla="*/ 0 h 6346429"/>
              <a:gd name="connsiteX2" fmla="*/ 3470338 w 3470338"/>
              <a:gd name="connsiteY2" fmla="*/ 6346429 h 6346429"/>
              <a:gd name="connsiteX3" fmla="*/ 9526 w 3470338"/>
              <a:gd name="connsiteY3" fmla="*/ 6346429 h 6346429"/>
              <a:gd name="connsiteX4" fmla="*/ 7830 w 3470338"/>
              <a:gd name="connsiteY4" fmla="*/ 5754489 h 6346429"/>
              <a:gd name="connsiteX5" fmla="*/ 1066800 w 3470338"/>
              <a:gd name="connsiteY5" fmla="*/ 5754489 h 6346429"/>
              <a:gd name="connsiteX6" fmla="*/ 437 w 3470338"/>
              <a:gd name="connsiteY6" fmla="*/ 3173214 h 6346429"/>
              <a:gd name="connsiteX7" fmla="*/ 0 w 3470338"/>
              <a:gd name="connsiteY7" fmla="*/ 3020814 h 6346429"/>
              <a:gd name="connsiteX8" fmla="*/ 9526 w 3470338"/>
              <a:gd name="connsiteY8" fmla="*/ 0 h 6346429"/>
              <a:gd name="connsiteX0" fmla="*/ 1066800 w 3470338"/>
              <a:gd name="connsiteY0" fmla="*/ 5754489 h 6346429"/>
              <a:gd name="connsiteX1" fmla="*/ 437 w 3470338"/>
              <a:gd name="connsiteY1" fmla="*/ 3173214 h 6346429"/>
              <a:gd name="connsiteX2" fmla="*/ 0 w 3470338"/>
              <a:gd name="connsiteY2" fmla="*/ 3020814 h 6346429"/>
              <a:gd name="connsiteX3" fmla="*/ 9526 w 3470338"/>
              <a:gd name="connsiteY3" fmla="*/ 0 h 6346429"/>
              <a:gd name="connsiteX4" fmla="*/ 3470338 w 3470338"/>
              <a:gd name="connsiteY4" fmla="*/ 0 h 6346429"/>
              <a:gd name="connsiteX5" fmla="*/ 3470338 w 3470338"/>
              <a:gd name="connsiteY5" fmla="*/ 6346429 h 6346429"/>
              <a:gd name="connsiteX6" fmla="*/ 9526 w 3470338"/>
              <a:gd name="connsiteY6" fmla="*/ 6346429 h 6346429"/>
              <a:gd name="connsiteX7" fmla="*/ 7830 w 3470338"/>
              <a:gd name="connsiteY7" fmla="*/ 5754489 h 6346429"/>
              <a:gd name="connsiteX8" fmla="*/ 1158240 w 3470338"/>
              <a:gd name="connsiteY8" fmla="*/ 5845929 h 6346429"/>
              <a:gd name="connsiteX0" fmla="*/ 437 w 3470338"/>
              <a:gd name="connsiteY0" fmla="*/ 3173214 h 6346429"/>
              <a:gd name="connsiteX1" fmla="*/ 0 w 3470338"/>
              <a:gd name="connsiteY1" fmla="*/ 3020814 h 6346429"/>
              <a:gd name="connsiteX2" fmla="*/ 9526 w 3470338"/>
              <a:gd name="connsiteY2" fmla="*/ 0 h 6346429"/>
              <a:gd name="connsiteX3" fmla="*/ 3470338 w 3470338"/>
              <a:gd name="connsiteY3" fmla="*/ 0 h 6346429"/>
              <a:gd name="connsiteX4" fmla="*/ 3470338 w 3470338"/>
              <a:gd name="connsiteY4" fmla="*/ 6346429 h 6346429"/>
              <a:gd name="connsiteX5" fmla="*/ 9526 w 3470338"/>
              <a:gd name="connsiteY5" fmla="*/ 6346429 h 6346429"/>
              <a:gd name="connsiteX6" fmla="*/ 7830 w 3470338"/>
              <a:gd name="connsiteY6" fmla="*/ 5754489 h 6346429"/>
              <a:gd name="connsiteX7" fmla="*/ 1158240 w 3470338"/>
              <a:gd name="connsiteY7" fmla="*/ 5845929 h 6346429"/>
              <a:gd name="connsiteX0" fmla="*/ 437 w 3470338"/>
              <a:gd name="connsiteY0" fmla="*/ 3173214 h 6346429"/>
              <a:gd name="connsiteX1" fmla="*/ 0 w 3470338"/>
              <a:gd name="connsiteY1" fmla="*/ 3020814 h 6346429"/>
              <a:gd name="connsiteX2" fmla="*/ 9526 w 3470338"/>
              <a:gd name="connsiteY2" fmla="*/ 0 h 6346429"/>
              <a:gd name="connsiteX3" fmla="*/ 3470338 w 3470338"/>
              <a:gd name="connsiteY3" fmla="*/ 0 h 6346429"/>
              <a:gd name="connsiteX4" fmla="*/ 3470338 w 3470338"/>
              <a:gd name="connsiteY4" fmla="*/ 6346429 h 6346429"/>
              <a:gd name="connsiteX5" fmla="*/ 9526 w 3470338"/>
              <a:gd name="connsiteY5" fmla="*/ 6346429 h 6346429"/>
              <a:gd name="connsiteX6" fmla="*/ 7830 w 3470338"/>
              <a:gd name="connsiteY6" fmla="*/ 5754489 h 63464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470338" h="6346429">
                <a:moveTo>
                  <a:pt x="437" y="3173214"/>
                </a:moveTo>
                <a:cubicBezTo>
                  <a:pt x="291" y="3122414"/>
                  <a:pt x="146" y="3071614"/>
                  <a:pt x="0" y="3020814"/>
                </a:cubicBezTo>
                <a:cubicBezTo>
                  <a:pt x="3175" y="2013876"/>
                  <a:pt x="6351" y="1006938"/>
                  <a:pt x="9526" y="0"/>
                </a:cubicBezTo>
                <a:lnTo>
                  <a:pt x="3470338" y="0"/>
                </a:lnTo>
                <a:lnTo>
                  <a:pt x="3470338" y="6346429"/>
                </a:lnTo>
                <a:lnTo>
                  <a:pt x="9526" y="6346429"/>
                </a:lnTo>
                <a:cubicBezTo>
                  <a:pt x="8961" y="6149116"/>
                  <a:pt x="8395" y="5951802"/>
                  <a:pt x="7830" y="5754489"/>
                </a:cubicBezTo>
              </a:path>
            </a:pathLst>
          </a:custGeom>
          <a:noFill/>
          <a:ln w="28575">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Light"/>
              <a:ea typeface="+mn-ea"/>
              <a:cs typeface="+mn-cs"/>
            </a:endParaRPr>
          </a:p>
        </p:txBody>
      </p:sp>
      <p:sp>
        <p:nvSpPr>
          <p:cNvPr id="17" name="Rectangle 16">
            <a:extLst>
              <a:ext uri="{FF2B5EF4-FFF2-40B4-BE49-F238E27FC236}">
                <a16:creationId xmlns:a16="http://schemas.microsoft.com/office/drawing/2014/main" id="{D371F22A-23FE-7C0D-5AC5-D8DBB20DCFF4}"/>
              </a:ext>
            </a:extLst>
          </p:cNvPr>
          <p:cNvSpPr/>
          <p:nvPr/>
        </p:nvSpPr>
        <p:spPr>
          <a:xfrm>
            <a:off x="0" y="6375400"/>
            <a:ext cx="800100" cy="330200"/>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fld id="{F09A53AA-5BBC-45BF-A8BA-607E2F8DA8AB}" type="slidenum">
              <a:rPr kumimoji="0" lang="en-US" sz="1000" b="0" i="0" u="none" strike="noStrike" kern="1200" cap="none" spc="0" normalizeH="0" baseline="0" noProof="0" smtClean="0">
                <a:ln>
                  <a:noFill/>
                </a:ln>
                <a:solidFill>
                  <a:prstClr val="white"/>
                </a:solidFill>
                <a:effectLst/>
                <a:uLnTx/>
                <a:uFillTx/>
                <a:latin typeface="Calibri Light"/>
                <a:ea typeface="+mn-ea"/>
                <a:cs typeface="+mn-cs"/>
              </a:rPr>
              <a:t>5</a:t>
            </a:fld>
            <a:endParaRPr kumimoji="0" lang="en-US" sz="1000" b="0" i="0" u="none" strike="noStrike" kern="1200" cap="none" spc="0" normalizeH="0" baseline="0" noProof="0" dirty="0">
              <a:ln>
                <a:noFill/>
              </a:ln>
              <a:solidFill>
                <a:prstClr val="white"/>
              </a:solidFill>
              <a:effectLst/>
              <a:uLnTx/>
              <a:uFillTx/>
              <a:latin typeface="Calibri Light"/>
              <a:ea typeface="+mn-ea"/>
              <a:cs typeface="+mn-cs"/>
            </a:endParaRPr>
          </a:p>
        </p:txBody>
      </p:sp>
      <p:sp>
        <p:nvSpPr>
          <p:cNvPr id="2" name="ZoneTexte 1">
            <a:extLst>
              <a:ext uri="{FF2B5EF4-FFF2-40B4-BE49-F238E27FC236}">
                <a16:creationId xmlns:a16="http://schemas.microsoft.com/office/drawing/2014/main" id="{33AC0838-F653-F54F-AB2A-FF1373F37D34}"/>
              </a:ext>
            </a:extLst>
          </p:cNvPr>
          <p:cNvSpPr txBox="1"/>
          <p:nvPr/>
        </p:nvSpPr>
        <p:spPr>
          <a:xfrm>
            <a:off x="423962" y="206293"/>
            <a:ext cx="445956"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2400" b="1" i="0" u="none" strike="noStrike" kern="1200" cap="none" spc="0" normalizeH="0" baseline="0" noProof="0" dirty="0">
                <a:ln>
                  <a:noFill/>
                </a:ln>
                <a:solidFill>
                  <a:schemeClr val="accent5">
                    <a:lumMod val="75000"/>
                  </a:schemeClr>
                </a:solidFill>
                <a:effectLst/>
                <a:uLnTx/>
                <a:uFillTx/>
                <a:latin typeface="Bahnschrift SemiBold Condensed" panose="020B0502040204020203" pitchFamily="34" charset="0"/>
                <a:ea typeface="+mn-ea"/>
                <a:cs typeface="+mn-cs"/>
              </a:rPr>
              <a:t>01.</a:t>
            </a:r>
          </a:p>
        </p:txBody>
      </p:sp>
      <p:sp>
        <p:nvSpPr>
          <p:cNvPr id="20" name="TextBox 19">
            <a:extLst>
              <a:ext uri="{FF2B5EF4-FFF2-40B4-BE49-F238E27FC236}">
                <a16:creationId xmlns:a16="http://schemas.microsoft.com/office/drawing/2014/main" id="{8F35F9BC-DC58-865C-E429-9ECF34228912}"/>
              </a:ext>
            </a:extLst>
          </p:cNvPr>
          <p:cNvSpPr txBox="1"/>
          <p:nvPr/>
        </p:nvSpPr>
        <p:spPr>
          <a:xfrm>
            <a:off x="1185732" y="157038"/>
            <a:ext cx="6829425" cy="492443"/>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3200" dirty="0">
                <a:solidFill>
                  <a:prstClr val="black">
                    <a:lumMod val="75000"/>
                    <a:lumOff val="25000"/>
                  </a:prstClr>
                </a:solidFill>
                <a:latin typeface="Bahnschrift SemiBold Condensed" panose="020B0502040204020203" pitchFamily="34" charset="0"/>
              </a:rPr>
              <a:t>COMPR</a:t>
            </a:r>
            <a:r>
              <a:rPr kumimoji="0" lang="en-US" sz="3200" b="0" i="0" u="none" strike="noStrike" kern="1200" cap="none" spc="0" normalizeH="0" baseline="0" noProof="0" dirty="0">
                <a:ln>
                  <a:noFill/>
                </a:ln>
                <a:solidFill>
                  <a:prstClr val="black">
                    <a:lumMod val="75000"/>
                    <a:lumOff val="25000"/>
                  </a:prstClr>
                </a:solidFill>
                <a:effectLst/>
                <a:uLnTx/>
                <a:uFillTx/>
                <a:latin typeface="Bahnschrift SemiBold Condensed" panose="020B0502040204020203" pitchFamily="34" charset="0"/>
                <a:ea typeface="+mn-ea"/>
                <a:cs typeface="+mn-cs"/>
              </a:rPr>
              <a:t>ÉHENTION DU DOMAINE</a:t>
            </a:r>
          </a:p>
        </p:txBody>
      </p:sp>
      <p:sp>
        <p:nvSpPr>
          <p:cNvPr id="3" name="Forme libre : forme 2">
            <a:extLst>
              <a:ext uri="{FF2B5EF4-FFF2-40B4-BE49-F238E27FC236}">
                <a16:creationId xmlns:a16="http://schemas.microsoft.com/office/drawing/2014/main" id="{4A28B0B8-6E0F-AD90-EA53-5F8ABC7AFB2A}"/>
              </a:ext>
            </a:extLst>
          </p:cNvPr>
          <p:cNvSpPr/>
          <p:nvPr/>
        </p:nvSpPr>
        <p:spPr>
          <a:xfrm>
            <a:off x="264172" y="1074195"/>
            <a:ext cx="200651" cy="5301205"/>
          </a:xfrm>
          <a:custGeom>
            <a:avLst/>
            <a:gdLst>
              <a:gd name="connsiteX0" fmla="*/ 13636 w 200651"/>
              <a:gd name="connsiteY0" fmla="*/ 0 h 5301205"/>
              <a:gd name="connsiteX1" fmla="*/ 175681 w 200651"/>
              <a:gd name="connsiteY1" fmla="*/ 1134319 h 5301205"/>
              <a:gd name="connsiteX2" fmla="*/ 2061 w 200651"/>
              <a:gd name="connsiteY2" fmla="*/ 2210764 h 5301205"/>
              <a:gd name="connsiteX3" fmla="*/ 198831 w 200651"/>
              <a:gd name="connsiteY3" fmla="*/ 3090440 h 5301205"/>
              <a:gd name="connsiteX4" fmla="*/ 94659 w 200651"/>
              <a:gd name="connsiteY4" fmla="*/ 4178460 h 5301205"/>
              <a:gd name="connsiteX5" fmla="*/ 2061 w 200651"/>
              <a:gd name="connsiteY5" fmla="*/ 4988688 h 5301205"/>
              <a:gd name="connsiteX6" fmla="*/ 187256 w 200651"/>
              <a:gd name="connsiteY6" fmla="*/ 5301205 h 53012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00651" h="5301205">
                <a:moveTo>
                  <a:pt x="13636" y="0"/>
                </a:moveTo>
                <a:cubicBezTo>
                  <a:pt x="95623" y="382929"/>
                  <a:pt x="177610" y="765858"/>
                  <a:pt x="175681" y="1134319"/>
                </a:cubicBezTo>
                <a:cubicBezTo>
                  <a:pt x="173752" y="1502780"/>
                  <a:pt x="-1797" y="1884744"/>
                  <a:pt x="2061" y="2210764"/>
                </a:cubicBezTo>
                <a:cubicBezTo>
                  <a:pt x="5919" y="2536784"/>
                  <a:pt x="183398" y="2762491"/>
                  <a:pt x="198831" y="3090440"/>
                </a:cubicBezTo>
                <a:cubicBezTo>
                  <a:pt x="214264" y="3418389"/>
                  <a:pt x="127454" y="3862085"/>
                  <a:pt x="94659" y="4178460"/>
                </a:cubicBezTo>
                <a:cubicBezTo>
                  <a:pt x="61864" y="4494835"/>
                  <a:pt x="-13372" y="4801564"/>
                  <a:pt x="2061" y="4988688"/>
                </a:cubicBezTo>
                <a:cubicBezTo>
                  <a:pt x="17494" y="5175812"/>
                  <a:pt x="164107" y="5212466"/>
                  <a:pt x="187256" y="5301205"/>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 name="Forme libre : forme 3">
            <a:extLst>
              <a:ext uri="{FF2B5EF4-FFF2-40B4-BE49-F238E27FC236}">
                <a16:creationId xmlns:a16="http://schemas.microsoft.com/office/drawing/2014/main" id="{4E22CD1B-1554-AD66-882C-39F253769581}"/>
              </a:ext>
            </a:extLst>
          </p:cNvPr>
          <p:cNvSpPr/>
          <p:nvPr/>
        </p:nvSpPr>
        <p:spPr>
          <a:xfrm>
            <a:off x="11503456" y="0"/>
            <a:ext cx="385263" cy="6886937"/>
          </a:xfrm>
          <a:custGeom>
            <a:avLst/>
            <a:gdLst>
              <a:gd name="connsiteX0" fmla="*/ 28484 w 385263"/>
              <a:gd name="connsiteY0" fmla="*/ 0 h 6886937"/>
              <a:gd name="connsiteX1" fmla="*/ 144231 w 385263"/>
              <a:gd name="connsiteY1" fmla="*/ 567159 h 6886937"/>
              <a:gd name="connsiteX2" fmla="*/ 5335 w 385263"/>
              <a:gd name="connsiteY2" fmla="*/ 1377387 h 6886937"/>
              <a:gd name="connsiteX3" fmla="*/ 63208 w 385263"/>
              <a:gd name="connsiteY3" fmla="*/ 2002420 h 6886937"/>
              <a:gd name="connsiteX4" fmla="*/ 375724 w 385263"/>
              <a:gd name="connsiteY4" fmla="*/ 3333509 h 6886937"/>
              <a:gd name="connsiteX5" fmla="*/ 283127 w 385263"/>
              <a:gd name="connsiteY5" fmla="*/ 4641448 h 6886937"/>
              <a:gd name="connsiteX6" fmla="*/ 63208 w 385263"/>
              <a:gd name="connsiteY6" fmla="*/ 5683170 h 6886937"/>
              <a:gd name="connsiteX7" fmla="*/ 155805 w 385263"/>
              <a:gd name="connsiteY7" fmla="*/ 6886937 h 68869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5263" h="6886937">
                <a:moveTo>
                  <a:pt x="28484" y="0"/>
                </a:moveTo>
                <a:cubicBezTo>
                  <a:pt x="88286" y="168797"/>
                  <a:pt x="148089" y="337595"/>
                  <a:pt x="144231" y="567159"/>
                </a:cubicBezTo>
                <a:cubicBezTo>
                  <a:pt x="140373" y="796723"/>
                  <a:pt x="18839" y="1138177"/>
                  <a:pt x="5335" y="1377387"/>
                </a:cubicBezTo>
                <a:cubicBezTo>
                  <a:pt x="-8169" y="1616597"/>
                  <a:pt x="1476" y="1676400"/>
                  <a:pt x="63208" y="2002420"/>
                </a:cubicBezTo>
                <a:cubicBezTo>
                  <a:pt x="124940" y="2328440"/>
                  <a:pt x="339071" y="2893671"/>
                  <a:pt x="375724" y="3333509"/>
                </a:cubicBezTo>
                <a:cubicBezTo>
                  <a:pt x="412377" y="3773347"/>
                  <a:pt x="335213" y="4249838"/>
                  <a:pt x="283127" y="4641448"/>
                </a:cubicBezTo>
                <a:cubicBezTo>
                  <a:pt x="231041" y="5033058"/>
                  <a:pt x="84428" y="5308922"/>
                  <a:pt x="63208" y="5683170"/>
                </a:cubicBezTo>
                <a:cubicBezTo>
                  <a:pt x="41988" y="6057418"/>
                  <a:pt x="142301" y="6694026"/>
                  <a:pt x="155805" y="6886937"/>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 name="Forme libre : forme 4">
            <a:extLst>
              <a:ext uri="{FF2B5EF4-FFF2-40B4-BE49-F238E27FC236}">
                <a16:creationId xmlns:a16="http://schemas.microsoft.com/office/drawing/2014/main" id="{B2517225-EA46-BAFE-565E-6EB31AA95A07}"/>
              </a:ext>
            </a:extLst>
          </p:cNvPr>
          <p:cNvSpPr/>
          <p:nvPr/>
        </p:nvSpPr>
        <p:spPr>
          <a:xfrm>
            <a:off x="11396127" y="0"/>
            <a:ext cx="455609" cy="6840638"/>
          </a:xfrm>
          <a:custGeom>
            <a:avLst/>
            <a:gdLst>
              <a:gd name="connsiteX0" fmla="*/ 291238 w 455609"/>
              <a:gd name="connsiteY0" fmla="*/ 0 h 6840638"/>
              <a:gd name="connsiteX1" fmla="*/ 1871 w 455609"/>
              <a:gd name="connsiteY1" fmla="*/ 636607 h 6840638"/>
              <a:gd name="connsiteX2" fmla="*/ 163917 w 455609"/>
              <a:gd name="connsiteY2" fmla="*/ 1898248 h 6840638"/>
              <a:gd name="connsiteX3" fmla="*/ 106043 w 455609"/>
              <a:gd name="connsiteY3" fmla="*/ 3044141 h 6840638"/>
              <a:gd name="connsiteX4" fmla="*/ 453284 w 455609"/>
              <a:gd name="connsiteY4" fmla="*/ 4942390 h 6840638"/>
              <a:gd name="connsiteX5" fmla="*/ 256514 w 455609"/>
              <a:gd name="connsiteY5" fmla="*/ 6123007 h 6840638"/>
              <a:gd name="connsiteX6" fmla="*/ 233365 w 455609"/>
              <a:gd name="connsiteY6" fmla="*/ 6840638 h 68406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55609" h="6840638">
                <a:moveTo>
                  <a:pt x="291238" y="0"/>
                </a:moveTo>
                <a:cubicBezTo>
                  <a:pt x="157164" y="160116"/>
                  <a:pt x="23091" y="320232"/>
                  <a:pt x="1871" y="636607"/>
                </a:cubicBezTo>
                <a:cubicBezTo>
                  <a:pt x="-19349" y="952982"/>
                  <a:pt x="146555" y="1496992"/>
                  <a:pt x="163917" y="1898248"/>
                </a:cubicBezTo>
                <a:cubicBezTo>
                  <a:pt x="181279" y="2299504"/>
                  <a:pt x="57815" y="2536784"/>
                  <a:pt x="106043" y="3044141"/>
                </a:cubicBezTo>
                <a:cubicBezTo>
                  <a:pt x="154271" y="3551498"/>
                  <a:pt x="428206" y="4429246"/>
                  <a:pt x="453284" y="4942390"/>
                </a:cubicBezTo>
                <a:cubicBezTo>
                  <a:pt x="478362" y="5455534"/>
                  <a:pt x="293167" y="5806632"/>
                  <a:pt x="256514" y="6123007"/>
                </a:cubicBezTo>
                <a:cubicBezTo>
                  <a:pt x="219861" y="6439382"/>
                  <a:pt x="252656" y="6618790"/>
                  <a:pt x="233365" y="6840638"/>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 name="Forme libre : forme 5">
            <a:extLst>
              <a:ext uri="{FF2B5EF4-FFF2-40B4-BE49-F238E27FC236}">
                <a16:creationId xmlns:a16="http://schemas.microsoft.com/office/drawing/2014/main" id="{AA5F1924-4B5E-0B35-5FD0-FFB2DA8E79D7}"/>
              </a:ext>
            </a:extLst>
          </p:cNvPr>
          <p:cNvSpPr/>
          <p:nvPr/>
        </p:nvSpPr>
        <p:spPr>
          <a:xfrm>
            <a:off x="11673171" y="8681"/>
            <a:ext cx="335880" cy="6840638"/>
          </a:xfrm>
          <a:custGeom>
            <a:avLst/>
            <a:gdLst>
              <a:gd name="connsiteX0" fmla="*/ 220133 w 335880"/>
              <a:gd name="connsiteY0" fmla="*/ 0 h 6840638"/>
              <a:gd name="connsiteX1" fmla="*/ 81237 w 335880"/>
              <a:gd name="connsiteY1" fmla="*/ 1053297 h 6840638"/>
              <a:gd name="connsiteX2" fmla="*/ 208558 w 335880"/>
              <a:gd name="connsiteY2" fmla="*/ 2754775 h 6840638"/>
              <a:gd name="connsiteX3" fmla="*/ 214 w 335880"/>
              <a:gd name="connsiteY3" fmla="*/ 3565003 h 6840638"/>
              <a:gd name="connsiteX4" fmla="*/ 254857 w 335880"/>
              <a:gd name="connsiteY4" fmla="*/ 5162309 h 6840638"/>
              <a:gd name="connsiteX5" fmla="*/ 335880 w 335880"/>
              <a:gd name="connsiteY5" fmla="*/ 6840638 h 68406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35880" h="6840638">
                <a:moveTo>
                  <a:pt x="220133" y="0"/>
                </a:moveTo>
                <a:cubicBezTo>
                  <a:pt x="151649" y="297084"/>
                  <a:pt x="83166" y="594168"/>
                  <a:pt x="81237" y="1053297"/>
                </a:cubicBezTo>
                <a:cubicBezTo>
                  <a:pt x="79308" y="1512426"/>
                  <a:pt x="222062" y="2336157"/>
                  <a:pt x="208558" y="2754775"/>
                </a:cubicBezTo>
                <a:cubicBezTo>
                  <a:pt x="195054" y="3173393"/>
                  <a:pt x="-7502" y="3163747"/>
                  <a:pt x="214" y="3565003"/>
                </a:cubicBezTo>
                <a:cubicBezTo>
                  <a:pt x="7930" y="3966259"/>
                  <a:pt x="198913" y="4616370"/>
                  <a:pt x="254857" y="5162309"/>
                </a:cubicBezTo>
                <a:cubicBezTo>
                  <a:pt x="310801" y="5708248"/>
                  <a:pt x="299227" y="6456744"/>
                  <a:pt x="335880" y="6840638"/>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 name="ZoneTexte 6">
            <a:extLst>
              <a:ext uri="{FF2B5EF4-FFF2-40B4-BE49-F238E27FC236}">
                <a16:creationId xmlns:a16="http://schemas.microsoft.com/office/drawing/2014/main" id="{69891547-2646-248C-F038-2E2376563533}"/>
              </a:ext>
            </a:extLst>
          </p:cNvPr>
          <p:cNvSpPr txBox="1"/>
          <p:nvPr/>
        </p:nvSpPr>
        <p:spPr>
          <a:xfrm>
            <a:off x="1105125" y="631924"/>
            <a:ext cx="6154918" cy="400110"/>
          </a:xfrm>
          <a:prstGeom prst="rect">
            <a:avLst/>
          </a:prstGeom>
          <a:noFill/>
        </p:spPr>
        <p:txBody>
          <a:bodyPr wrap="square" rtlCol="0">
            <a:spAutoFit/>
          </a:bodyPr>
          <a:lstStyle/>
          <a:p>
            <a:r>
              <a:rPr lang="fr-FR" sz="2000" dirty="0">
                <a:solidFill>
                  <a:schemeClr val="accent5">
                    <a:lumMod val="75000"/>
                  </a:schemeClr>
                </a:solidFill>
                <a:latin typeface="Bahnschrift SemiLight Condensed" panose="020B0502040204020203" pitchFamily="34" charset="0"/>
                <a:cs typeface="Calibri" panose="020F0502020204030204" pitchFamily="34" charset="0"/>
              </a:rPr>
              <a:t>PROBLÉMATIQUE</a:t>
            </a:r>
          </a:p>
        </p:txBody>
      </p:sp>
      <p:sp>
        <p:nvSpPr>
          <p:cNvPr id="8" name="ZoneTexte 7">
            <a:extLst>
              <a:ext uri="{FF2B5EF4-FFF2-40B4-BE49-F238E27FC236}">
                <a16:creationId xmlns:a16="http://schemas.microsoft.com/office/drawing/2014/main" id="{26E8049D-5399-F0FD-3051-86BE6A2F174A}"/>
              </a:ext>
            </a:extLst>
          </p:cNvPr>
          <p:cNvSpPr txBox="1"/>
          <p:nvPr/>
        </p:nvSpPr>
        <p:spPr>
          <a:xfrm>
            <a:off x="1258310" y="2891306"/>
            <a:ext cx="9647796" cy="1421287"/>
          </a:xfrm>
          <a:prstGeom prst="rect">
            <a:avLst/>
          </a:prstGeom>
          <a:noFill/>
        </p:spPr>
        <p:txBody>
          <a:bodyPr wrap="square" rtlCol="0">
            <a:spAutoFit/>
          </a:bodyPr>
          <a:lstStyle/>
          <a:p>
            <a:pPr algn="ctr">
              <a:lnSpc>
                <a:spcPct val="150000"/>
              </a:lnSpc>
            </a:pPr>
            <a:r>
              <a:rPr lang="fr-FR" sz="2000" dirty="0">
                <a:latin typeface="Georgia" panose="02040502050405020303" pitchFamily="18" charset="0"/>
              </a:rPr>
              <a:t>Comment surmonter les limitations des méthodes traditionnelles de détection face à l'augmentation des volumes de données et à la sophistication croissante des cyberattaques ?</a:t>
            </a:r>
          </a:p>
        </p:txBody>
      </p:sp>
      <p:pic>
        <p:nvPicPr>
          <p:cNvPr id="9" name="Graphique 8" descr="Point d’interrogation avec un remplissage uni">
            <a:extLst>
              <a:ext uri="{FF2B5EF4-FFF2-40B4-BE49-F238E27FC236}">
                <a16:creationId xmlns:a16="http://schemas.microsoft.com/office/drawing/2014/main" id="{3D2CDD3A-1E17-C8B6-DC14-506AFD394F98}"/>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a:stretch/>
        </p:blipFill>
        <p:spPr>
          <a:xfrm>
            <a:off x="10182137" y="444195"/>
            <a:ext cx="753009" cy="753009"/>
          </a:xfrm>
          <a:prstGeom prst="rect">
            <a:avLst/>
          </a:prstGeom>
        </p:spPr>
      </p:pic>
    </p:spTree>
    <p:extLst>
      <p:ext uri="{BB962C8B-B14F-4D97-AF65-F5344CB8AC3E}">
        <p14:creationId xmlns:p14="http://schemas.microsoft.com/office/powerpoint/2010/main" val="83146623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xmlns:p14="http://schemas.microsoft.com/office/powerpoint/2010/main" spd="med" p14:dur="600">
        <p159:morph option="byObject"/>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5C5624B-8DA6-86A1-B98C-F0C7E7DE2435}"/>
            </a:ext>
          </a:extLst>
        </p:cNvPr>
        <p:cNvGrpSpPr/>
        <p:nvPr/>
      </p:nvGrpSpPr>
      <p:grpSpPr>
        <a:xfrm>
          <a:off x="0" y="0"/>
          <a:ext cx="0" cy="0"/>
          <a:chOff x="0" y="0"/>
          <a:chExt cx="0" cy="0"/>
        </a:xfrm>
      </p:grpSpPr>
      <p:sp>
        <p:nvSpPr>
          <p:cNvPr id="13" name="Freeform: Shape 12">
            <a:extLst>
              <a:ext uri="{FF2B5EF4-FFF2-40B4-BE49-F238E27FC236}">
                <a16:creationId xmlns:a16="http://schemas.microsoft.com/office/drawing/2014/main" id="{0E47FA00-1E81-314E-EA4A-FA82854AF705}"/>
              </a:ext>
            </a:extLst>
          </p:cNvPr>
          <p:cNvSpPr/>
          <p:nvPr/>
        </p:nvSpPr>
        <p:spPr>
          <a:xfrm rot="10800000">
            <a:off x="303282" y="152400"/>
            <a:ext cx="687317" cy="538678"/>
          </a:xfrm>
          <a:custGeom>
            <a:avLst/>
            <a:gdLst>
              <a:gd name="connsiteX0" fmla="*/ 9526 w 3470338"/>
              <a:gd name="connsiteY0" fmla="*/ 0 h 6346429"/>
              <a:gd name="connsiteX1" fmla="*/ 3470338 w 3470338"/>
              <a:gd name="connsiteY1" fmla="*/ 0 h 6346429"/>
              <a:gd name="connsiteX2" fmla="*/ 3470338 w 3470338"/>
              <a:gd name="connsiteY2" fmla="*/ 6346429 h 6346429"/>
              <a:gd name="connsiteX3" fmla="*/ 9526 w 3470338"/>
              <a:gd name="connsiteY3" fmla="*/ 6346429 h 6346429"/>
              <a:gd name="connsiteX4" fmla="*/ 7830 w 3470338"/>
              <a:gd name="connsiteY4" fmla="*/ 5754489 h 6346429"/>
              <a:gd name="connsiteX5" fmla="*/ 1066800 w 3470338"/>
              <a:gd name="connsiteY5" fmla="*/ 5754489 h 6346429"/>
              <a:gd name="connsiteX6" fmla="*/ 1066800 w 3470338"/>
              <a:gd name="connsiteY6" fmla="*/ 3173214 h 6346429"/>
              <a:gd name="connsiteX7" fmla="*/ 437 w 3470338"/>
              <a:gd name="connsiteY7" fmla="*/ 3173214 h 6346429"/>
              <a:gd name="connsiteX8" fmla="*/ 0 w 3470338"/>
              <a:gd name="connsiteY8" fmla="*/ 3020814 h 6346429"/>
              <a:gd name="connsiteX9" fmla="*/ 9526 w 3470338"/>
              <a:gd name="connsiteY9" fmla="*/ 0 h 6346429"/>
              <a:gd name="connsiteX0" fmla="*/ 9526 w 3470338"/>
              <a:gd name="connsiteY0" fmla="*/ 0 h 6346429"/>
              <a:gd name="connsiteX1" fmla="*/ 3470338 w 3470338"/>
              <a:gd name="connsiteY1" fmla="*/ 0 h 6346429"/>
              <a:gd name="connsiteX2" fmla="*/ 3470338 w 3470338"/>
              <a:gd name="connsiteY2" fmla="*/ 6346429 h 6346429"/>
              <a:gd name="connsiteX3" fmla="*/ 9526 w 3470338"/>
              <a:gd name="connsiteY3" fmla="*/ 6346429 h 6346429"/>
              <a:gd name="connsiteX4" fmla="*/ 7830 w 3470338"/>
              <a:gd name="connsiteY4" fmla="*/ 5754489 h 6346429"/>
              <a:gd name="connsiteX5" fmla="*/ 1066800 w 3470338"/>
              <a:gd name="connsiteY5" fmla="*/ 5754489 h 6346429"/>
              <a:gd name="connsiteX6" fmla="*/ 437 w 3470338"/>
              <a:gd name="connsiteY6" fmla="*/ 3173214 h 6346429"/>
              <a:gd name="connsiteX7" fmla="*/ 0 w 3470338"/>
              <a:gd name="connsiteY7" fmla="*/ 3020814 h 6346429"/>
              <a:gd name="connsiteX8" fmla="*/ 9526 w 3470338"/>
              <a:gd name="connsiteY8" fmla="*/ 0 h 6346429"/>
              <a:gd name="connsiteX0" fmla="*/ 1066800 w 3470338"/>
              <a:gd name="connsiteY0" fmla="*/ 5754489 h 6346429"/>
              <a:gd name="connsiteX1" fmla="*/ 437 w 3470338"/>
              <a:gd name="connsiteY1" fmla="*/ 3173214 h 6346429"/>
              <a:gd name="connsiteX2" fmla="*/ 0 w 3470338"/>
              <a:gd name="connsiteY2" fmla="*/ 3020814 h 6346429"/>
              <a:gd name="connsiteX3" fmla="*/ 9526 w 3470338"/>
              <a:gd name="connsiteY3" fmla="*/ 0 h 6346429"/>
              <a:gd name="connsiteX4" fmla="*/ 3470338 w 3470338"/>
              <a:gd name="connsiteY4" fmla="*/ 0 h 6346429"/>
              <a:gd name="connsiteX5" fmla="*/ 3470338 w 3470338"/>
              <a:gd name="connsiteY5" fmla="*/ 6346429 h 6346429"/>
              <a:gd name="connsiteX6" fmla="*/ 9526 w 3470338"/>
              <a:gd name="connsiteY6" fmla="*/ 6346429 h 6346429"/>
              <a:gd name="connsiteX7" fmla="*/ 7830 w 3470338"/>
              <a:gd name="connsiteY7" fmla="*/ 5754489 h 6346429"/>
              <a:gd name="connsiteX8" fmla="*/ 1158240 w 3470338"/>
              <a:gd name="connsiteY8" fmla="*/ 5845929 h 6346429"/>
              <a:gd name="connsiteX0" fmla="*/ 437 w 3470338"/>
              <a:gd name="connsiteY0" fmla="*/ 3173214 h 6346429"/>
              <a:gd name="connsiteX1" fmla="*/ 0 w 3470338"/>
              <a:gd name="connsiteY1" fmla="*/ 3020814 h 6346429"/>
              <a:gd name="connsiteX2" fmla="*/ 9526 w 3470338"/>
              <a:gd name="connsiteY2" fmla="*/ 0 h 6346429"/>
              <a:gd name="connsiteX3" fmla="*/ 3470338 w 3470338"/>
              <a:gd name="connsiteY3" fmla="*/ 0 h 6346429"/>
              <a:gd name="connsiteX4" fmla="*/ 3470338 w 3470338"/>
              <a:gd name="connsiteY4" fmla="*/ 6346429 h 6346429"/>
              <a:gd name="connsiteX5" fmla="*/ 9526 w 3470338"/>
              <a:gd name="connsiteY5" fmla="*/ 6346429 h 6346429"/>
              <a:gd name="connsiteX6" fmla="*/ 7830 w 3470338"/>
              <a:gd name="connsiteY6" fmla="*/ 5754489 h 6346429"/>
              <a:gd name="connsiteX7" fmla="*/ 1158240 w 3470338"/>
              <a:gd name="connsiteY7" fmla="*/ 5845929 h 6346429"/>
              <a:gd name="connsiteX0" fmla="*/ 437 w 3470338"/>
              <a:gd name="connsiteY0" fmla="*/ 3173214 h 6346429"/>
              <a:gd name="connsiteX1" fmla="*/ 0 w 3470338"/>
              <a:gd name="connsiteY1" fmla="*/ 3020814 h 6346429"/>
              <a:gd name="connsiteX2" fmla="*/ 9526 w 3470338"/>
              <a:gd name="connsiteY2" fmla="*/ 0 h 6346429"/>
              <a:gd name="connsiteX3" fmla="*/ 3470338 w 3470338"/>
              <a:gd name="connsiteY3" fmla="*/ 0 h 6346429"/>
              <a:gd name="connsiteX4" fmla="*/ 3470338 w 3470338"/>
              <a:gd name="connsiteY4" fmla="*/ 6346429 h 6346429"/>
              <a:gd name="connsiteX5" fmla="*/ 9526 w 3470338"/>
              <a:gd name="connsiteY5" fmla="*/ 6346429 h 6346429"/>
              <a:gd name="connsiteX6" fmla="*/ 7830 w 3470338"/>
              <a:gd name="connsiteY6" fmla="*/ 5754489 h 63464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470338" h="6346429">
                <a:moveTo>
                  <a:pt x="437" y="3173214"/>
                </a:moveTo>
                <a:cubicBezTo>
                  <a:pt x="291" y="3122414"/>
                  <a:pt x="146" y="3071614"/>
                  <a:pt x="0" y="3020814"/>
                </a:cubicBezTo>
                <a:cubicBezTo>
                  <a:pt x="3175" y="2013876"/>
                  <a:pt x="6351" y="1006938"/>
                  <a:pt x="9526" y="0"/>
                </a:cubicBezTo>
                <a:lnTo>
                  <a:pt x="3470338" y="0"/>
                </a:lnTo>
                <a:lnTo>
                  <a:pt x="3470338" y="6346429"/>
                </a:lnTo>
                <a:lnTo>
                  <a:pt x="9526" y="6346429"/>
                </a:lnTo>
                <a:cubicBezTo>
                  <a:pt x="8961" y="6149116"/>
                  <a:pt x="8395" y="5951802"/>
                  <a:pt x="7830" y="5754489"/>
                </a:cubicBezTo>
              </a:path>
            </a:pathLst>
          </a:custGeom>
          <a:noFill/>
          <a:ln w="28575">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Light"/>
              <a:ea typeface="+mn-ea"/>
              <a:cs typeface="+mn-cs"/>
            </a:endParaRPr>
          </a:p>
        </p:txBody>
      </p:sp>
      <p:sp>
        <p:nvSpPr>
          <p:cNvPr id="17" name="Rectangle 16">
            <a:extLst>
              <a:ext uri="{FF2B5EF4-FFF2-40B4-BE49-F238E27FC236}">
                <a16:creationId xmlns:a16="http://schemas.microsoft.com/office/drawing/2014/main" id="{9D32BE8D-1A7B-46F8-6108-096101249324}"/>
              </a:ext>
            </a:extLst>
          </p:cNvPr>
          <p:cNvSpPr/>
          <p:nvPr/>
        </p:nvSpPr>
        <p:spPr>
          <a:xfrm>
            <a:off x="0" y="6375400"/>
            <a:ext cx="800100" cy="330200"/>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fld id="{F09A53AA-5BBC-45BF-A8BA-607E2F8DA8AB}" type="slidenum">
              <a:rPr kumimoji="0" lang="en-US" sz="1000" b="0" i="0" u="none" strike="noStrike" kern="1200" cap="none" spc="0" normalizeH="0" baseline="0" noProof="0" smtClean="0">
                <a:ln>
                  <a:noFill/>
                </a:ln>
                <a:solidFill>
                  <a:prstClr val="white"/>
                </a:solidFill>
                <a:effectLst/>
                <a:uLnTx/>
                <a:uFillTx/>
                <a:latin typeface="Calibri Light"/>
                <a:ea typeface="+mn-ea"/>
                <a:cs typeface="+mn-cs"/>
              </a:rPr>
              <a:t>6</a:t>
            </a:fld>
            <a:endParaRPr kumimoji="0" lang="en-US" sz="1000" b="0" i="0" u="none" strike="noStrike" kern="1200" cap="none" spc="0" normalizeH="0" baseline="0" noProof="0" dirty="0">
              <a:ln>
                <a:noFill/>
              </a:ln>
              <a:solidFill>
                <a:prstClr val="white"/>
              </a:solidFill>
              <a:effectLst/>
              <a:uLnTx/>
              <a:uFillTx/>
              <a:latin typeface="Calibri Light"/>
              <a:ea typeface="+mn-ea"/>
              <a:cs typeface="+mn-cs"/>
            </a:endParaRPr>
          </a:p>
        </p:txBody>
      </p:sp>
      <p:sp>
        <p:nvSpPr>
          <p:cNvPr id="2" name="ZoneTexte 1">
            <a:extLst>
              <a:ext uri="{FF2B5EF4-FFF2-40B4-BE49-F238E27FC236}">
                <a16:creationId xmlns:a16="http://schemas.microsoft.com/office/drawing/2014/main" id="{4F6B312E-1CB0-1FD5-B409-F4C206830FDA}"/>
              </a:ext>
            </a:extLst>
          </p:cNvPr>
          <p:cNvSpPr txBox="1"/>
          <p:nvPr/>
        </p:nvSpPr>
        <p:spPr>
          <a:xfrm>
            <a:off x="423962" y="206293"/>
            <a:ext cx="445956"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2400" b="1" i="0" u="none" strike="noStrike" kern="1200" cap="none" spc="0" normalizeH="0" baseline="0" noProof="0" dirty="0">
                <a:ln>
                  <a:noFill/>
                </a:ln>
                <a:solidFill>
                  <a:schemeClr val="accent5">
                    <a:lumMod val="75000"/>
                  </a:schemeClr>
                </a:solidFill>
                <a:effectLst/>
                <a:uLnTx/>
                <a:uFillTx/>
                <a:latin typeface="Bahnschrift SemiBold Condensed" panose="020B0502040204020203" pitchFamily="34" charset="0"/>
                <a:ea typeface="+mn-ea"/>
                <a:cs typeface="+mn-cs"/>
              </a:rPr>
              <a:t>01.</a:t>
            </a:r>
          </a:p>
        </p:txBody>
      </p:sp>
      <p:sp>
        <p:nvSpPr>
          <p:cNvPr id="20" name="TextBox 19">
            <a:extLst>
              <a:ext uri="{FF2B5EF4-FFF2-40B4-BE49-F238E27FC236}">
                <a16:creationId xmlns:a16="http://schemas.microsoft.com/office/drawing/2014/main" id="{8602D177-A25F-D3CF-7A57-AD7ADA36CE96}"/>
              </a:ext>
            </a:extLst>
          </p:cNvPr>
          <p:cNvSpPr txBox="1"/>
          <p:nvPr/>
        </p:nvSpPr>
        <p:spPr>
          <a:xfrm>
            <a:off x="1185732" y="157038"/>
            <a:ext cx="6829425" cy="492443"/>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3200" dirty="0">
                <a:solidFill>
                  <a:prstClr val="black">
                    <a:lumMod val="75000"/>
                    <a:lumOff val="25000"/>
                  </a:prstClr>
                </a:solidFill>
                <a:latin typeface="Bahnschrift SemiBold Condensed" panose="020B0502040204020203" pitchFamily="34" charset="0"/>
              </a:rPr>
              <a:t>COMPR</a:t>
            </a:r>
            <a:r>
              <a:rPr kumimoji="0" lang="en-US" sz="3200" b="0" i="0" u="none" strike="noStrike" kern="1200" cap="none" spc="0" normalizeH="0" baseline="0" noProof="0" dirty="0">
                <a:ln>
                  <a:noFill/>
                </a:ln>
                <a:solidFill>
                  <a:prstClr val="black">
                    <a:lumMod val="75000"/>
                    <a:lumOff val="25000"/>
                  </a:prstClr>
                </a:solidFill>
                <a:effectLst/>
                <a:uLnTx/>
                <a:uFillTx/>
                <a:latin typeface="Bahnschrift SemiBold Condensed" panose="020B0502040204020203" pitchFamily="34" charset="0"/>
                <a:ea typeface="+mn-ea"/>
                <a:cs typeface="+mn-cs"/>
              </a:rPr>
              <a:t>ÉHENTION DU DOMAINE</a:t>
            </a:r>
          </a:p>
        </p:txBody>
      </p:sp>
      <p:sp>
        <p:nvSpPr>
          <p:cNvPr id="3" name="Forme libre : forme 2">
            <a:extLst>
              <a:ext uri="{FF2B5EF4-FFF2-40B4-BE49-F238E27FC236}">
                <a16:creationId xmlns:a16="http://schemas.microsoft.com/office/drawing/2014/main" id="{087EE9EC-0C20-BF69-3EFD-16B4F80622B6}"/>
              </a:ext>
            </a:extLst>
          </p:cNvPr>
          <p:cNvSpPr/>
          <p:nvPr/>
        </p:nvSpPr>
        <p:spPr>
          <a:xfrm>
            <a:off x="264172" y="1074195"/>
            <a:ext cx="200651" cy="5301205"/>
          </a:xfrm>
          <a:custGeom>
            <a:avLst/>
            <a:gdLst>
              <a:gd name="connsiteX0" fmla="*/ 13636 w 200651"/>
              <a:gd name="connsiteY0" fmla="*/ 0 h 5301205"/>
              <a:gd name="connsiteX1" fmla="*/ 175681 w 200651"/>
              <a:gd name="connsiteY1" fmla="*/ 1134319 h 5301205"/>
              <a:gd name="connsiteX2" fmla="*/ 2061 w 200651"/>
              <a:gd name="connsiteY2" fmla="*/ 2210764 h 5301205"/>
              <a:gd name="connsiteX3" fmla="*/ 198831 w 200651"/>
              <a:gd name="connsiteY3" fmla="*/ 3090440 h 5301205"/>
              <a:gd name="connsiteX4" fmla="*/ 94659 w 200651"/>
              <a:gd name="connsiteY4" fmla="*/ 4178460 h 5301205"/>
              <a:gd name="connsiteX5" fmla="*/ 2061 w 200651"/>
              <a:gd name="connsiteY5" fmla="*/ 4988688 h 5301205"/>
              <a:gd name="connsiteX6" fmla="*/ 187256 w 200651"/>
              <a:gd name="connsiteY6" fmla="*/ 5301205 h 53012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00651" h="5301205">
                <a:moveTo>
                  <a:pt x="13636" y="0"/>
                </a:moveTo>
                <a:cubicBezTo>
                  <a:pt x="95623" y="382929"/>
                  <a:pt x="177610" y="765858"/>
                  <a:pt x="175681" y="1134319"/>
                </a:cubicBezTo>
                <a:cubicBezTo>
                  <a:pt x="173752" y="1502780"/>
                  <a:pt x="-1797" y="1884744"/>
                  <a:pt x="2061" y="2210764"/>
                </a:cubicBezTo>
                <a:cubicBezTo>
                  <a:pt x="5919" y="2536784"/>
                  <a:pt x="183398" y="2762491"/>
                  <a:pt x="198831" y="3090440"/>
                </a:cubicBezTo>
                <a:cubicBezTo>
                  <a:pt x="214264" y="3418389"/>
                  <a:pt x="127454" y="3862085"/>
                  <a:pt x="94659" y="4178460"/>
                </a:cubicBezTo>
                <a:cubicBezTo>
                  <a:pt x="61864" y="4494835"/>
                  <a:pt x="-13372" y="4801564"/>
                  <a:pt x="2061" y="4988688"/>
                </a:cubicBezTo>
                <a:cubicBezTo>
                  <a:pt x="17494" y="5175812"/>
                  <a:pt x="164107" y="5212466"/>
                  <a:pt x="187256" y="5301205"/>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 name="Forme libre : forme 3">
            <a:extLst>
              <a:ext uri="{FF2B5EF4-FFF2-40B4-BE49-F238E27FC236}">
                <a16:creationId xmlns:a16="http://schemas.microsoft.com/office/drawing/2014/main" id="{A1CC6E1E-A3FA-230F-F5FB-5604EE96E8AB}"/>
              </a:ext>
            </a:extLst>
          </p:cNvPr>
          <p:cNvSpPr/>
          <p:nvPr/>
        </p:nvSpPr>
        <p:spPr>
          <a:xfrm>
            <a:off x="11503456" y="0"/>
            <a:ext cx="385263" cy="6886937"/>
          </a:xfrm>
          <a:custGeom>
            <a:avLst/>
            <a:gdLst>
              <a:gd name="connsiteX0" fmla="*/ 28484 w 385263"/>
              <a:gd name="connsiteY0" fmla="*/ 0 h 6886937"/>
              <a:gd name="connsiteX1" fmla="*/ 144231 w 385263"/>
              <a:gd name="connsiteY1" fmla="*/ 567159 h 6886937"/>
              <a:gd name="connsiteX2" fmla="*/ 5335 w 385263"/>
              <a:gd name="connsiteY2" fmla="*/ 1377387 h 6886937"/>
              <a:gd name="connsiteX3" fmla="*/ 63208 w 385263"/>
              <a:gd name="connsiteY3" fmla="*/ 2002420 h 6886937"/>
              <a:gd name="connsiteX4" fmla="*/ 375724 w 385263"/>
              <a:gd name="connsiteY4" fmla="*/ 3333509 h 6886937"/>
              <a:gd name="connsiteX5" fmla="*/ 283127 w 385263"/>
              <a:gd name="connsiteY5" fmla="*/ 4641448 h 6886937"/>
              <a:gd name="connsiteX6" fmla="*/ 63208 w 385263"/>
              <a:gd name="connsiteY6" fmla="*/ 5683170 h 6886937"/>
              <a:gd name="connsiteX7" fmla="*/ 155805 w 385263"/>
              <a:gd name="connsiteY7" fmla="*/ 6886937 h 68869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5263" h="6886937">
                <a:moveTo>
                  <a:pt x="28484" y="0"/>
                </a:moveTo>
                <a:cubicBezTo>
                  <a:pt x="88286" y="168797"/>
                  <a:pt x="148089" y="337595"/>
                  <a:pt x="144231" y="567159"/>
                </a:cubicBezTo>
                <a:cubicBezTo>
                  <a:pt x="140373" y="796723"/>
                  <a:pt x="18839" y="1138177"/>
                  <a:pt x="5335" y="1377387"/>
                </a:cubicBezTo>
                <a:cubicBezTo>
                  <a:pt x="-8169" y="1616597"/>
                  <a:pt x="1476" y="1676400"/>
                  <a:pt x="63208" y="2002420"/>
                </a:cubicBezTo>
                <a:cubicBezTo>
                  <a:pt x="124940" y="2328440"/>
                  <a:pt x="339071" y="2893671"/>
                  <a:pt x="375724" y="3333509"/>
                </a:cubicBezTo>
                <a:cubicBezTo>
                  <a:pt x="412377" y="3773347"/>
                  <a:pt x="335213" y="4249838"/>
                  <a:pt x="283127" y="4641448"/>
                </a:cubicBezTo>
                <a:cubicBezTo>
                  <a:pt x="231041" y="5033058"/>
                  <a:pt x="84428" y="5308922"/>
                  <a:pt x="63208" y="5683170"/>
                </a:cubicBezTo>
                <a:cubicBezTo>
                  <a:pt x="41988" y="6057418"/>
                  <a:pt x="142301" y="6694026"/>
                  <a:pt x="155805" y="6886937"/>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 name="Forme libre : forme 4">
            <a:extLst>
              <a:ext uri="{FF2B5EF4-FFF2-40B4-BE49-F238E27FC236}">
                <a16:creationId xmlns:a16="http://schemas.microsoft.com/office/drawing/2014/main" id="{7466D3A5-A984-748B-C1FC-6B06382D95AE}"/>
              </a:ext>
            </a:extLst>
          </p:cNvPr>
          <p:cNvSpPr/>
          <p:nvPr/>
        </p:nvSpPr>
        <p:spPr>
          <a:xfrm>
            <a:off x="11396127" y="0"/>
            <a:ext cx="455609" cy="6840638"/>
          </a:xfrm>
          <a:custGeom>
            <a:avLst/>
            <a:gdLst>
              <a:gd name="connsiteX0" fmla="*/ 291238 w 455609"/>
              <a:gd name="connsiteY0" fmla="*/ 0 h 6840638"/>
              <a:gd name="connsiteX1" fmla="*/ 1871 w 455609"/>
              <a:gd name="connsiteY1" fmla="*/ 636607 h 6840638"/>
              <a:gd name="connsiteX2" fmla="*/ 163917 w 455609"/>
              <a:gd name="connsiteY2" fmla="*/ 1898248 h 6840638"/>
              <a:gd name="connsiteX3" fmla="*/ 106043 w 455609"/>
              <a:gd name="connsiteY3" fmla="*/ 3044141 h 6840638"/>
              <a:gd name="connsiteX4" fmla="*/ 453284 w 455609"/>
              <a:gd name="connsiteY4" fmla="*/ 4942390 h 6840638"/>
              <a:gd name="connsiteX5" fmla="*/ 256514 w 455609"/>
              <a:gd name="connsiteY5" fmla="*/ 6123007 h 6840638"/>
              <a:gd name="connsiteX6" fmla="*/ 233365 w 455609"/>
              <a:gd name="connsiteY6" fmla="*/ 6840638 h 68406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55609" h="6840638">
                <a:moveTo>
                  <a:pt x="291238" y="0"/>
                </a:moveTo>
                <a:cubicBezTo>
                  <a:pt x="157164" y="160116"/>
                  <a:pt x="23091" y="320232"/>
                  <a:pt x="1871" y="636607"/>
                </a:cubicBezTo>
                <a:cubicBezTo>
                  <a:pt x="-19349" y="952982"/>
                  <a:pt x="146555" y="1496992"/>
                  <a:pt x="163917" y="1898248"/>
                </a:cubicBezTo>
                <a:cubicBezTo>
                  <a:pt x="181279" y="2299504"/>
                  <a:pt x="57815" y="2536784"/>
                  <a:pt x="106043" y="3044141"/>
                </a:cubicBezTo>
                <a:cubicBezTo>
                  <a:pt x="154271" y="3551498"/>
                  <a:pt x="428206" y="4429246"/>
                  <a:pt x="453284" y="4942390"/>
                </a:cubicBezTo>
                <a:cubicBezTo>
                  <a:pt x="478362" y="5455534"/>
                  <a:pt x="293167" y="5806632"/>
                  <a:pt x="256514" y="6123007"/>
                </a:cubicBezTo>
                <a:cubicBezTo>
                  <a:pt x="219861" y="6439382"/>
                  <a:pt x="252656" y="6618790"/>
                  <a:pt x="233365" y="6840638"/>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 name="Forme libre : forme 5">
            <a:extLst>
              <a:ext uri="{FF2B5EF4-FFF2-40B4-BE49-F238E27FC236}">
                <a16:creationId xmlns:a16="http://schemas.microsoft.com/office/drawing/2014/main" id="{1E0F110E-45DA-C62D-9B7A-D8BF13BF06C1}"/>
              </a:ext>
            </a:extLst>
          </p:cNvPr>
          <p:cNvSpPr/>
          <p:nvPr/>
        </p:nvSpPr>
        <p:spPr>
          <a:xfrm>
            <a:off x="11673171" y="8681"/>
            <a:ext cx="335880" cy="6840638"/>
          </a:xfrm>
          <a:custGeom>
            <a:avLst/>
            <a:gdLst>
              <a:gd name="connsiteX0" fmla="*/ 220133 w 335880"/>
              <a:gd name="connsiteY0" fmla="*/ 0 h 6840638"/>
              <a:gd name="connsiteX1" fmla="*/ 81237 w 335880"/>
              <a:gd name="connsiteY1" fmla="*/ 1053297 h 6840638"/>
              <a:gd name="connsiteX2" fmla="*/ 208558 w 335880"/>
              <a:gd name="connsiteY2" fmla="*/ 2754775 h 6840638"/>
              <a:gd name="connsiteX3" fmla="*/ 214 w 335880"/>
              <a:gd name="connsiteY3" fmla="*/ 3565003 h 6840638"/>
              <a:gd name="connsiteX4" fmla="*/ 254857 w 335880"/>
              <a:gd name="connsiteY4" fmla="*/ 5162309 h 6840638"/>
              <a:gd name="connsiteX5" fmla="*/ 335880 w 335880"/>
              <a:gd name="connsiteY5" fmla="*/ 6840638 h 68406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35880" h="6840638">
                <a:moveTo>
                  <a:pt x="220133" y="0"/>
                </a:moveTo>
                <a:cubicBezTo>
                  <a:pt x="151649" y="297084"/>
                  <a:pt x="83166" y="594168"/>
                  <a:pt x="81237" y="1053297"/>
                </a:cubicBezTo>
                <a:cubicBezTo>
                  <a:pt x="79308" y="1512426"/>
                  <a:pt x="222062" y="2336157"/>
                  <a:pt x="208558" y="2754775"/>
                </a:cubicBezTo>
                <a:cubicBezTo>
                  <a:pt x="195054" y="3173393"/>
                  <a:pt x="-7502" y="3163747"/>
                  <a:pt x="214" y="3565003"/>
                </a:cubicBezTo>
                <a:cubicBezTo>
                  <a:pt x="7930" y="3966259"/>
                  <a:pt x="198913" y="4616370"/>
                  <a:pt x="254857" y="5162309"/>
                </a:cubicBezTo>
                <a:cubicBezTo>
                  <a:pt x="310801" y="5708248"/>
                  <a:pt x="299227" y="6456744"/>
                  <a:pt x="335880" y="6840638"/>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 name="ZoneTexte 9">
            <a:extLst>
              <a:ext uri="{FF2B5EF4-FFF2-40B4-BE49-F238E27FC236}">
                <a16:creationId xmlns:a16="http://schemas.microsoft.com/office/drawing/2014/main" id="{690E9CDB-BCA0-DD25-9940-FE3CD07847CD}"/>
              </a:ext>
            </a:extLst>
          </p:cNvPr>
          <p:cNvSpPr txBox="1"/>
          <p:nvPr/>
        </p:nvSpPr>
        <p:spPr>
          <a:xfrm>
            <a:off x="1105125" y="631924"/>
            <a:ext cx="6154918" cy="400110"/>
          </a:xfrm>
          <a:prstGeom prst="rect">
            <a:avLst/>
          </a:prstGeom>
          <a:noFill/>
        </p:spPr>
        <p:txBody>
          <a:bodyPr wrap="square" rtlCol="0">
            <a:spAutoFit/>
          </a:bodyPr>
          <a:lstStyle/>
          <a:p>
            <a:r>
              <a:rPr lang="fr-FR" sz="2000" dirty="0">
                <a:solidFill>
                  <a:schemeClr val="accent5">
                    <a:lumMod val="75000"/>
                  </a:schemeClr>
                </a:solidFill>
                <a:latin typeface="Bahnschrift SemiLight Condensed" panose="020B0502040204020203" pitchFamily="34" charset="0"/>
                <a:cs typeface="Calibri" panose="020F0502020204030204" pitchFamily="34" charset="0"/>
              </a:rPr>
              <a:t>SOLUTION</a:t>
            </a:r>
          </a:p>
        </p:txBody>
      </p:sp>
      <p:sp>
        <p:nvSpPr>
          <p:cNvPr id="11" name="ZoneTexte 10">
            <a:extLst>
              <a:ext uri="{FF2B5EF4-FFF2-40B4-BE49-F238E27FC236}">
                <a16:creationId xmlns:a16="http://schemas.microsoft.com/office/drawing/2014/main" id="{22EE8E29-2C05-BA48-BF3E-E838B614D56A}"/>
              </a:ext>
            </a:extLst>
          </p:cNvPr>
          <p:cNvSpPr txBox="1"/>
          <p:nvPr/>
        </p:nvSpPr>
        <p:spPr>
          <a:xfrm>
            <a:off x="925804" y="2904822"/>
            <a:ext cx="10349991" cy="1421287"/>
          </a:xfrm>
          <a:prstGeom prst="rect">
            <a:avLst/>
          </a:prstGeom>
          <a:noFill/>
        </p:spPr>
        <p:txBody>
          <a:bodyPr wrap="square" rtlCol="0">
            <a:spAutoFit/>
          </a:bodyPr>
          <a:lstStyle/>
          <a:p>
            <a:pPr algn="ctr">
              <a:lnSpc>
                <a:spcPct val="150000"/>
              </a:lnSpc>
            </a:pPr>
            <a:r>
              <a:rPr lang="fr-FR" sz="2000" dirty="0">
                <a:latin typeface="Georgia" panose="02040502050405020303" pitchFamily="18" charset="0"/>
              </a:rPr>
              <a:t>Utiliser l'apprentissage automatique pour analyser les données en temps réel et identifier les comportements anormaux, ce qui permet de détecter plus rapidement les menaces réseau. </a:t>
            </a:r>
          </a:p>
        </p:txBody>
      </p:sp>
      <p:pic>
        <p:nvPicPr>
          <p:cNvPr id="12" name="Graphique 11" descr="Ampoule et engrenage avec un remplissage uni">
            <a:extLst>
              <a:ext uri="{FF2B5EF4-FFF2-40B4-BE49-F238E27FC236}">
                <a16:creationId xmlns:a16="http://schemas.microsoft.com/office/drawing/2014/main" id="{F3130166-8C0A-8B88-F934-E12E1BE98DE4}"/>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182137" y="444195"/>
            <a:ext cx="753009" cy="753009"/>
          </a:xfrm>
          <a:prstGeom prst="rect">
            <a:avLst/>
          </a:prstGeom>
        </p:spPr>
      </p:pic>
    </p:spTree>
    <p:extLst>
      <p:ext uri="{BB962C8B-B14F-4D97-AF65-F5344CB8AC3E}">
        <p14:creationId xmlns:p14="http://schemas.microsoft.com/office/powerpoint/2010/main" val="224184891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xmlns:p14="http://schemas.microsoft.com/office/powerpoint/2010/main" spd="med" p14:dur="600">
        <p159:morph option="byObject"/>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7" name="Rectangle 86">
            <a:extLst>
              <a:ext uri="{FF2B5EF4-FFF2-40B4-BE49-F238E27FC236}">
                <a16:creationId xmlns:a16="http://schemas.microsoft.com/office/drawing/2014/main" id="{E93E86D4-3B95-4D37-81B1-22A696A98B69}"/>
              </a:ext>
            </a:extLst>
          </p:cNvPr>
          <p:cNvSpPr/>
          <p:nvPr/>
        </p:nvSpPr>
        <p:spPr>
          <a:xfrm>
            <a:off x="3848100" y="0"/>
            <a:ext cx="4495800" cy="6858000"/>
          </a:xfrm>
          <a:prstGeom prst="rect">
            <a:avLst/>
          </a:prstGeom>
          <a:solidFill>
            <a:schemeClr val="accent5">
              <a:lumMod val="75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Bahnschrift SemiBold Condensed" panose="020B0502040204020203" pitchFamily="34" charset="0"/>
              <a:ea typeface="+mn-ea"/>
              <a:cs typeface="+mn-cs"/>
            </a:endParaRPr>
          </a:p>
        </p:txBody>
      </p:sp>
      <p:sp>
        <p:nvSpPr>
          <p:cNvPr id="88" name="Rectangle 87">
            <a:extLst>
              <a:ext uri="{FF2B5EF4-FFF2-40B4-BE49-F238E27FC236}">
                <a16:creationId xmlns:a16="http://schemas.microsoft.com/office/drawing/2014/main" id="{A5A890D3-EC31-40D1-BE5F-FD0D89A3C534}"/>
              </a:ext>
            </a:extLst>
          </p:cNvPr>
          <p:cNvSpPr/>
          <p:nvPr/>
        </p:nvSpPr>
        <p:spPr>
          <a:xfrm>
            <a:off x="3625850" y="2882900"/>
            <a:ext cx="4940300" cy="2768600"/>
          </a:xfrm>
          <a:prstGeom prst="rect">
            <a:avLst/>
          </a:prstGeom>
          <a:noFill/>
          <a:ln w="19050">
            <a:solidFill>
              <a:schemeClr val="bg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Bahnschrift SemiBold Condensed" panose="020B0502040204020203" pitchFamily="34" charset="0"/>
              <a:ea typeface="+mn-ea"/>
              <a:cs typeface="+mn-cs"/>
            </a:endParaRPr>
          </a:p>
        </p:txBody>
      </p:sp>
      <p:sp>
        <p:nvSpPr>
          <p:cNvPr id="89" name="TextBox 88">
            <a:extLst>
              <a:ext uri="{FF2B5EF4-FFF2-40B4-BE49-F238E27FC236}">
                <a16:creationId xmlns:a16="http://schemas.microsoft.com/office/drawing/2014/main" id="{468652A5-8840-4BF6-AE6C-FBAAAE5CCE86}"/>
              </a:ext>
            </a:extLst>
          </p:cNvPr>
          <p:cNvSpPr txBox="1"/>
          <p:nvPr/>
        </p:nvSpPr>
        <p:spPr>
          <a:xfrm>
            <a:off x="3848110" y="3249199"/>
            <a:ext cx="4495780" cy="2215991"/>
          </a:xfrm>
          <a:prstGeom prst="rect">
            <a:avLst/>
          </a:prstGeom>
          <a:noFill/>
        </p:spPr>
        <p:txBody>
          <a:bodyPr wrap="square" lIns="0" tIns="0" rIns="0" bIns="0" rtlCol="0" anchor="ctr">
            <a:spAutoFit/>
          </a:bodyPr>
          <a:lstStyle/>
          <a:p>
            <a:pPr algn="ctr">
              <a:defRPr/>
            </a:pPr>
            <a:r>
              <a:rPr lang="fr-FR" sz="4800" b="1" dirty="0">
                <a:solidFill>
                  <a:prstClr val="white"/>
                </a:solidFill>
                <a:latin typeface="Bahnschrift SemiBold Condensed" panose="020B0502040204020203" pitchFamily="34" charset="0"/>
                <a:sym typeface="Poppins"/>
              </a:rPr>
              <a:t>COLLECTE ET PR</a:t>
            </a:r>
            <a:r>
              <a:rPr lang="en-US" sz="4800" b="1" dirty="0">
                <a:solidFill>
                  <a:prstClr val="white"/>
                </a:solidFill>
                <a:latin typeface="Bahnschrift SemiBold Condensed" panose="020B0502040204020203" pitchFamily="34" charset="0"/>
              </a:rPr>
              <a:t>ÉPARATION DES DONNÉES</a:t>
            </a:r>
            <a:endParaRPr lang="fr-FR" sz="4800" b="1" dirty="0">
              <a:solidFill>
                <a:prstClr val="white"/>
              </a:solidFill>
              <a:latin typeface="Bahnschrift SemiBold Condensed" panose="020B0502040204020203" pitchFamily="34" charset="0"/>
              <a:sym typeface="Poppins"/>
            </a:endParaRPr>
          </a:p>
        </p:txBody>
      </p:sp>
      <p:sp>
        <p:nvSpPr>
          <p:cNvPr id="2" name="ZoneTexte 1">
            <a:extLst>
              <a:ext uri="{FF2B5EF4-FFF2-40B4-BE49-F238E27FC236}">
                <a16:creationId xmlns:a16="http://schemas.microsoft.com/office/drawing/2014/main" id="{9E423D41-96D4-477E-B0A1-B7F6EFBBC677}"/>
              </a:ext>
            </a:extLst>
          </p:cNvPr>
          <p:cNvSpPr txBox="1"/>
          <p:nvPr/>
        </p:nvSpPr>
        <p:spPr>
          <a:xfrm>
            <a:off x="2095500" y="3849360"/>
            <a:ext cx="1752600" cy="1015663"/>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6000" b="1" i="0" u="none" strike="noStrike" kern="1200" cap="none" spc="0" normalizeH="0" baseline="0" noProof="0" dirty="0">
                <a:ln>
                  <a:noFill/>
                </a:ln>
                <a:solidFill>
                  <a:schemeClr val="accent5">
                    <a:lumMod val="75000"/>
                  </a:schemeClr>
                </a:solidFill>
                <a:effectLst/>
                <a:uLnTx/>
                <a:uFillTx/>
                <a:latin typeface="Bahnschrift SemiBold Condensed" panose="020B0502040204020203" pitchFamily="34" charset="0"/>
                <a:ea typeface="+mn-ea"/>
                <a:cs typeface="Andalus" panose="02020603050405020304" pitchFamily="18" charset="-78"/>
              </a:rPr>
              <a:t>02.</a:t>
            </a:r>
          </a:p>
        </p:txBody>
      </p:sp>
      <p:sp>
        <p:nvSpPr>
          <p:cNvPr id="11" name="Rectangle 10">
            <a:extLst>
              <a:ext uri="{FF2B5EF4-FFF2-40B4-BE49-F238E27FC236}">
                <a16:creationId xmlns:a16="http://schemas.microsoft.com/office/drawing/2014/main" id="{48B09228-DB82-41FA-B7DA-EAC8E102CEF5}"/>
              </a:ext>
            </a:extLst>
          </p:cNvPr>
          <p:cNvSpPr/>
          <p:nvPr/>
        </p:nvSpPr>
        <p:spPr>
          <a:xfrm>
            <a:off x="0" y="3936828"/>
            <a:ext cx="3848100" cy="877163"/>
          </a:xfrm>
          <a:prstGeom prst="rect">
            <a:avLst/>
          </a:prstGeom>
          <a:noFill/>
          <a:ln w="19050">
            <a:solidFill>
              <a:schemeClr val="accent5">
                <a:lumMod val="7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Bahnschrift SemiBold Condensed" panose="020B0502040204020203" pitchFamily="34" charset="0"/>
              <a:ea typeface="+mn-ea"/>
              <a:cs typeface="+mn-cs"/>
            </a:endParaRPr>
          </a:p>
        </p:txBody>
      </p:sp>
      <p:sp>
        <p:nvSpPr>
          <p:cNvPr id="12" name="Rectangle 11">
            <a:extLst>
              <a:ext uri="{FF2B5EF4-FFF2-40B4-BE49-F238E27FC236}">
                <a16:creationId xmlns:a16="http://schemas.microsoft.com/office/drawing/2014/main" id="{3A733268-01EA-4852-8AF2-B6C64FD2023D}"/>
              </a:ext>
            </a:extLst>
          </p:cNvPr>
          <p:cNvSpPr/>
          <p:nvPr/>
        </p:nvSpPr>
        <p:spPr>
          <a:xfrm>
            <a:off x="8334925" y="2152650"/>
            <a:ext cx="3848110" cy="4192649"/>
          </a:xfrm>
          <a:prstGeom prst="rect">
            <a:avLst/>
          </a:prstGeom>
          <a:noFill/>
          <a:ln w="19050">
            <a:solidFill>
              <a:schemeClr val="accent5">
                <a:lumMod val="7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Bahnschrift SemiBold Condensed" panose="020B0502040204020203" pitchFamily="34" charset="0"/>
              <a:ea typeface="+mn-ea"/>
              <a:cs typeface="+mn-cs"/>
            </a:endParaRPr>
          </a:p>
        </p:txBody>
      </p:sp>
    </p:spTree>
    <p:extLst>
      <p:ext uri="{BB962C8B-B14F-4D97-AF65-F5344CB8AC3E}">
        <p14:creationId xmlns:p14="http://schemas.microsoft.com/office/powerpoint/2010/main" val="314112828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xmlns:p14="http://schemas.microsoft.com/office/powerpoint/2010/main" spd="med" p14:dur="600">
        <p159:morph option="byObject"/>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fill="hold"/>
                                        <p:tgtEl>
                                          <p:spTgt spid="11"/>
                                        </p:tgtEl>
                                        <p:attrNameLst>
                                          <p:attrName>ppt_x</p:attrName>
                                        </p:attrNameLst>
                                      </p:cBhvr>
                                      <p:tavLst>
                                        <p:tav tm="0">
                                          <p:val>
                                            <p:strVal val="0-#ppt_w/2"/>
                                          </p:val>
                                        </p:tav>
                                        <p:tav tm="100000">
                                          <p:val>
                                            <p:strVal val="#ppt_x"/>
                                          </p:val>
                                        </p:tav>
                                      </p:tavLst>
                                    </p:anim>
                                    <p:anim calcmode="lin" valueType="num">
                                      <p:cBhvr additive="base">
                                        <p:cTn id="8" dur="500" fill="hold"/>
                                        <p:tgtEl>
                                          <p:spTgt spid="11"/>
                                        </p:tgtEl>
                                        <p:attrNameLst>
                                          <p:attrName>ppt_y</p:attrName>
                                        </p:attrNameLst>
                                      </p:cBhvr>
                                      <p:tavLst>
                                        <p:tav tm="0">
                                          <p:val>
                                            <p:strVal val="#ppt_y"/>
                                          </p:val>
                                        </p:tav>
                                        <p:tav tm="100000">
                                          <p:val>
                                            <p:strVal val="#ppt_y"/>
                                          </p:val>
                                        </p:tav>
                                      </p:tavLst>
                                    </p:anim>
                                  </p:childTnLst>
                                </p:cTn>
                              </p:par>
                              <p:par>
                                <p:cTn id="9" presetID="2" presetClass="entr" presetSubtype="2" fill="hold" grpId="0" nodeType="withEffect">
                                  <p:stCondLst>
                                    <p:cond delay="0"/>
                                  </p:stCondLst>
                                  <p:childTnLst>
                                    <p:set>
                                      <p:cBhvr>
                                        <p:cTn id="10" dur="1" fill="hold">
                                          <p:stCondLst>
                                            <p:cond delay="0"/>
                                          </p:stCondLst>
                                        </p:cTn>
                                        <p:tgtEl>
                                          <p:spTgt spid="12"/>
                                        </p:tgtEl>
                                        <p:attrNameLst>
                                          <p:attrName>style.visibility</p:attrName>
                                        </p:attrNameLst>
                                      </p:cBhvr>
                                      <p:to>
                                        <p:strVal val="visible"/>
                                      </p:to>
                                    </p:set>
                                    <p:anim calcmode="lin" valueType="num">
                                      <p:cBhvr additive="base">
                                        <p:cTn id="11" dur="500" fill="hold"/>
                                        <p:tgtEl>
                                          <p:spTgt spid="12"/>
                                        </p:tgtEl>
                                        <p:attrNameLst>
                                          <p:attrName>ppt_x</p:attrName>
                                        </p:attrNameLst>
                                      </p:cBhvr>
                                      <p:tavLst>
                                        <p:tav tm="0">
                                          <p:val>
                                            <p:strVal val="1+#ppt_w/2"/>
                                          </p:val>
                                        </p:tav>
                                        <p:tav tm="100000">
                                          <p:val>
                                            <p:strVal val="#ppt_x"/>
                                          </p:val>
                                        </p:tav>
                                      </p:tavLst>
                                    </p:anim>
                                    <p:anim calcmode="lin" valueType="num">
                                      <p:cBhvr additive="base">
                                        <p:cTn id="12" dur="500" fill="hold"/>
                                        <p:tgtEl>
                                          <p:spTgt spid="1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 name="Freeform: Shape 12">
            <a:extLst>
              <a:ext uri="{FF2B5EF4-FFF2-40B4-BE49-F238E27FC236}">
                <a16:creationId xmlns:a16="http://schemas.microsoft.com/office/drawing/2014/main" id="{D5DB1EDF-15E7-4595-B452-9F91462EA50E}"/>
              </a:ext>
            </a:extLst>
          </p:cNvPr>
          <p:cNvSpPr/>
          <p:nvPr/>
        </p:nvSpPr>
        <p:spPr>
          <a:xfrm rot="10800000">
            <a:off x="303282" y="152400"/>
            <a:ext cx="687317" cy="538678"/>
          </a:xfrm>
          <a:custGeom>
            <a:avLst/>
            <a:gdLst>
              <a:gd name="connsiteX0" fmla="*/ 9526 w 3470338"/>
              <a:gd name="connsiteY0" fmla="*/ 0 h 6346429"/>
              <a:gd name="connsiteX1" fmla="*/ 3470338 w 3470338"/>
              <a:gd name="connsiteY1" fmla="*/ 0 h 6346429"/>
              <a:gd name="connsiteX2" fmla="*/ 3470338 w 3470338"/>
              <a:gd name="connsiteY2" fmla="*/ 6346429 h 6346429"/>
              <a:gd name="connsiteX3" fmla="*/ 9526 w 3470338"/>
              <a:gd name="connsiteY3" fmla="*/ 6346429 h 6346429"/>
              <a:gd name="connsiteX4" fmla="*/ 7830 w 3470338"/>
              <a:gd name="connsiteY4" fmla="*/ 5754489 h 6346429"/>
              <a:gd name="connsiteX5" fmla="*/ 1066800 w 3470338"/>
              <a:gd name="connsiteY5" fmla="*/ 5754489 h 6346429"/>
              <a:gd name="connsiteX6" fmla="*/ 1066800 w 3470338"/>
              <a:gd name="connsiteY6" fmla="*/ 3173214 h 6346429"/>
              <a:gd name="connsiteX7" fmla="*/ 437 w 3470338"/>
              <a:gd name="connsiteY7" fmla="*/ 3173214 h 6346429"/>
              <a:gd name="connsiteX8" fmla="*/ 0 w 3470338"/>
              <a:gd name="connsiteY8" fmla="*/ 3020814 h 6346429"/>
              <a:gd name="connsiteX9" fmla="*/ 9526 w 3470338"/>
              <a:gd name="connsiteY9" fmla="*/ 0 h 6346429"/>
              <a:gd name="connsiteX0" fmla="*/ 9526 w 3470338"/>
              <a:gd name="connsiteY0" fmla="*/ 0 h 6346429"/>
              <a:gd name="connsiteX1" fmla="*/ 3470338 w 3470338"/>
              <a:gd name="connsiteY1" fmla="*/ 0 h 6346429"/>
              <a:gd name="connsiteX2" fmla="*/ 3470338 w 3470338"/>
              <a:gd name="connsiteY2" fmla="*/ 6346429 h 6346429"/>
              <a:gd name="connsiteX3" fmla="*/ 9526 w 3470338"/>
              <a:gd name="connsiteY3" fmla="*/ 6346429 h 6346429"/>
              <a:gd name="connsiteX4" fmla="*/ 7830 w 3470338"/>
              <a:gd name="connsiteY4" fmla="*/ 5754489 h 6346429"/>
              <a:gd name="connsiteX5" fmla="*/ 1066800 w 3470338"/>
              <a:gd name="connsiteY5" fmla="*/ 5754489 h 6346429"/>
              <a:gd name="connsiteX6" fmla="*/ 437 w 3470338"/>
              <a:gd name="connsiteY6" fmla="*/ 3173214 h 6346429"/>
              <a:gd name="connsiteX7" fmla="*/ 0 w 3470338"/>
              <a:gd name="connsiteY7" fmla="*/ 3020814 h 6346429"/>
              <a:gd name="connsiteX8" fmla="*/ 9526 w 3470338"/>
              <a:gd name="connsiteY8" fmla="*/ 0 h 6346429"/>
              <a:gd name="connsiteX0" fmla="*/ 1066800 w 3470338"/>
              <a:gd name="connsiteY0" fmla="*/ 5754489 h 6346429"/>
              <a:gd name="connsiteX1" fmla="*/ 437 w 3470338"/>
              <a:gd name="connsiteY1" fmla="*/ 3173214 h 6346429"/>
              <a:gd name="connsiteX2" fmla="*/ 0 w 3470338"/>
              <a:gd name="connsiteY2" fmla="*/ 3020814 h 6346429"/>
              <a:gd name="connsiteX3" fmla="*/ 9526 w 3470338"/>
              <a:gd name="connsiteY3" fmla="*/ 0 h 6346429"/>
              <a:gd name="connsiteX4" fmla="*/ 3470338 w 3470338"/>
              <a:gd name="connsiteY4" fmla="*/ 0 h 6346429"/>
              <a:gd name="connsiteX5" fmla="*/ 3470338 w 3470338"/>
              <a:gd name="connsiteY5" fmla="*/ 6346429 h 6346429"/>
              <a:gd name="connsiteX6" fmla="*/ 9526 w 3470338"/>
              <a:gd name="connsiteY6" fmla="*/ 6346429 h 6346429"/>
              <a:gd name="connsiteX7" fmla="*/ 7830 w 3470338"/>
              <a:gd name="connsiteY7" fmla="*/ 5754489 h 6346429"/>
              <a:gd name="connsiteX8" fmla="*/ 1158240 w 3470338"/>
              <a:gd name="connsiteY8" fmla="*/ 5845929 h 6346429"/>
              <a:gd name="connsiteX0" fmla="*/ 437 w 3470338"/>
              <a:gd name="connsiteY0" fmla="*/ 3173214 h 6346429"/>
              <a:gd name="connsiteX1" fmla="*/ 0 w 3470338"/>
              <a:gd name="connsiteY1" fmla="*/ 3020814 h 6346429"/>
              <a:gd name="connsiteX2" fmla="*/ 9526 w 3470338"/>
              <a:gd name="connsiteY2" fmla="*/ 0 h 6346429"/>
              <a:gd name="connsiteX3" fmla="*/ 3470338 w 3470338"/>
              <a:gd name="connsiteY3" fmla="*/ 0 h 6346429"/>
              <a:gd name="connsiteX4" fmla="*/ 3470338 w 3470338"/>
              <a:gd name="connsiteY4" fmla="*/ 6346429 h 6346429"/>
              <a:gd name="connsiteX5" fmla="*/ 9526 w 3470338"/>
              <a:gd name="connsiteY5" fmla="*/ 6346429 h 6346429"/>
              <a:gd name="connsiteX6" fmla="*/ 7830 w 3470338"/>
              <a:gd name="connsiteY6" fmla="*/ 5754489 h 6346429"/>
              <a:gd name="connsiteX7" fmla="*/ 1158240 w 3470338"/>
              <a:gd name="connsiteY7" fmla="*/ 5845929 h 6346429"/>
              <a:gd name="connsiteX0" fmla="*/ 437 w 3470338"/>
              <a:gd name="connsiteY0" fmla="*/ 3173214 h 6346429"/>
              <a:gd name="connsiteX1" fmla="*/ 0 w 3470338"/>
              <a:gd name="connsiteY1" fmla="*/ 3020814 h 6346429"/>
              <a:gd name="connsiteX2" fmla="*/ 9526 w 3470338"/>
              <a:gd name="connsiteY2" fmla="*/ 0 h 6346429"/>
              <a:gd name="connsiteX3" fmla="*/ 3470338 w 3470338"/>
              <a:gd name="connsiteY3" fmla="*/ 0 h 6346429"/>
              <a:gd name="connsiteX4" fmla="*/ 3470338 w 3470338"/>
              <a:gd name="connsiteY4" fmla="*/ 6346429 h 6346429"/>
              <a:gd name="connsiteX5" fmla="*/ 9526 w 3470338"/>
              <a:gd name="connsiteY5" fmla="*/ 6346429 h 6346429"/>
              <a:gd name="connsiteX6" fmla="*/ 7830 w 3470338"/>
              <a:gd name="connsiteY6" fmla="*/ 5754489 h 63464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470338" h="6346429">
                <a:moveTo>
                  <a:pt x="437" y="3173214"/>
                </a:moveTo>
                <a:cubicBezTo>
                  <a:pt x="291" y="3122414"/>
                  <a:pt x="146" y="3071614"/>
                  <a:pt x="0" y="3020814"/>
                </a:cubicBezTo>
                <a:cubicBezTo>
                  <a:pt x="3175" y="2013876"/>
                  <a:pt x="6351" y="1006938"/>
                  <a:pt x="9526" y="0"/>
                </a:cubicBezTo>
                <a:lnTo>
                  <a:pt x="3470338" y="0"/>
                </a:lnTo>
                <a:lnTo>
                  <a:pt x="3470338" y="6346429"/>
                </a:lnTo>
                <a:lnTo>
                  <a:pt x="9526" y="6346429"/>
                </a:lnTo>
                <a:cubicBezTo>
                  <a:pt x="8961" y="6149116"/>
                  <a:pt x="8395" y="5951802"/>
                  <a:pt x="7830" y="5754489"/>
                </a:cubicBezTo>
              </a:path>
            </a:pathLst>
          </a:custGeom>
          <a:noFill/>
          <a:ln w="28575">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Light"/>
              <a:ea typeface="+mn-ea"/>
              <a:cs typeface="+mn-cs"/>
            </a:endParaRPr>
          </a:p>
        </p:txBody>
      </p:sp>
      <p:sp>
        <p:nvSpPr>
          <p:cNvPr id="17" name="Rectangle 16">
            <a:extLst>
              <a:ext uri="{FF2B5EF4-FFF2-40B4-BE49-F238E27FC236}">
                <a16:creationId xmlns:a16="http://schemas.microsoft.com/office/drawing/2014/main" id="{A6D7F3A7-E826-483A-9877-87B3A877C04B}"/>
              </a:ext>
            </a:extLst>
          </p:cNvPr>
          <p:cNvSpPr/>
          <p:nvPr/>
        </p:nvSpPr>
        <p:spPr>
          <a:xfrm>
            <a:off x="0" y="6375400"/>
            <a:ext cx="800100" cy="330200"/>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fld id="{8EE4A758-C4C8-4DAE-BDEE-609B1B8EFD29}" type="slidenum">
              <a:rPr kumimoji="0" lang="en-US" sz="1000" b="0" i="0" u="none" strike="noStrike" kern="1200" cap="none" spc="0" normalizeH="0" baseline="0" noProof="0" smtClean="0">
                <a:ln>
                  <a:noFill/>
                </a:ln>
                <a:solidFill>
                  <a:prstClr val="white"/>
                </a:solidFill>
                <a:effectLst/>
                <a:uLnTx/>
                <a:uFillTx/>
                <a:latin typeface="Calibri Light"/>
                <a:ea typeface="+mn-ea"/>
                <a:cs typeface="+mn-cs"/>
              </a:rPr>
              <a:t>8</a:t>
            </a:fld>
            <a:endParaRPr kumimoji="0" lang="en-US" sz="1000" b="0" i="0" u="none" strike="noStrike" kern="1200" cap="none" spc="0" normalizeH="0" baseline="0" noProof="0" dirty="0">
              <a:ln>
                <a:noFill/>
              </a:ln>
              <a:solidFill>
                <a:prstClr val="white"/>
              </a:solidFill>
              <a:effectLst/>
              <a:uLnTx/>
              <a:uFillTx/>
              <a:latin typeface="Calibri Light"/>
              <a:ea typeface="+mn-ea"/>
              <a:cs typeface="+mn-cs"/>
            </a:endParaRPr>
          </a:p>
        </p:txBody>
      </p:sp>
      <p:sp>
        <p:nvSpPr>
          <p:cNvPr id="10" name="TextBox 9">
            <a:extLst>
              <a:ext uri="{FF2B5EF4-FFF2-40B4-BE49-F238E27FC236}">
                <a16:creationId xmlns:a16="http://schemas.microsoft.com/office/drawing/2014/main" id="{84E30B14-43CA-4E7D-936F-23507881ADF8}"/>
              </a:ext>
            </a:extLst>
          </p:cNvPr>
          <p:cNvSpPr txBox="1"/>
          <p:nvPr/>
        </p:nvSpPr>
        <p:spPr>
          <a:xfrm>
            <a:off x="1185732" y="190905"/>
            <a:ext cx="6829425" cy="492443"/>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dirty="0">
                <a:ln>
                  <a:noFill/>
                </a:ln>
                <a:solidFill>
                  <a:prstClr val="black">
                    <a:lumMod val="75000"/>
                    <a:lumOff val="25000"/>
                  </a:prstClr>
                </a:solidFill>
                <a:effectLst/>
                <a:uLnTx/>
                <a:uFillTx/>
                <a:latin typeface="Bahnschrift SemiBold Condensed" panose="020B0502040204020203" pitchFamily="34" charset="0"/>
                <a:ea typeface="+mn-ea"/>
                <a:cs typeface="+mn-cs"/>
              </a:rPr>
              <a:t>COLLECTE ET PRÉPARATION DES DONNÉES</a:t>
            </a:r>
          </a:p>
        </p:txBody>
      </p:sp>
      <p:sp>
        <p:nvSpPr>
          <p:cNvPr id="2" name="ZoneTexte 1">
            <a:extLst>
              <a:ext uri="{FF2B5EF4-FFF2-40B4-BE49-F238E27FC236}">
                <a16:creationId xmlns:a16="http://schemas.microsoft.com/office/drawing/2014/main" id="{D1A335EE-1E6C-46D5-80EE-740B779FFE8D}"/>
              </a:ext>
            </a:extLst>
          </p:cNvPr>
          <p:cNvSpPr txBox="1"/>
          <p:nvPr/>
        </p:nvSpPr>
        <p:spPr>
          <a:xfrm>
            <a:off x="423962" y="206293"/>
            <a:ext cx="487634"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2400" b="1" i="0" u="none" strike="noStrike" kern="1200" cap="none" spc="0" normalizeH="0" baseline="0" noProof="0" dirty="0">
                <a:ln>
                  <a:noFill/>
                </a:ln>
                <a:solidFill>
                  <a:schemeClr val="accent5">
                    <a:lumMod val="75000"/>
                  </a:schemeClr>
                </a:solidFill>
                <a:effectLst/>
                <a:uLnTx/>
                <a:uFillTx/>
                <a:latin typeface="Bahnschrift SemiBold Condensed" panose="020B0502040204020203" pitchFamily="34" charset="0"/>
                <a:ea typeface="+mn-ea"/>
                <a:cs typeface="+mn-cs"/>
              </a:rPr>
              <a:t>02.</a:t>
            </a:r>
          </a:p>
        </p:txBody>
      </p:sp>
      <p:sp>
        <p:nvSpPr>
          <p:cNvPr id="14" name="ZoneTexte 13">
            <a:extLst>
              <a:ext uri="{FF2B5EF4-FFF2-40B4-BE49-F238E27FC236}">
                <a16:creationId xmlns:a16="http://schemas.microsoft.com/office/drawing/2014/main" id="{4FFCFE00-C490-4320-A205-F8142D1DED5C}"/>
              </a:ext>
            </a:extLst>
          </p:cNvPr>
          <p:cNvSpPr txBox="1"/>
          <p:nvPr/>
        </p:nvSpPr>
        <p:spPr>
          <a:xfrm>
            <a:off x="1105125" y="631924"/>
            <a:ext cx="6154918" cy="400110"/>
          </a:xfrm>
          <a:prstGeom prst="rect">
            <a:avLst/>
          </a:prstGeom>
          <a:noFill/>
        </p:spPr>
        <p:txBody>
          <a:bodyPr wrap="square" rtlCol="0">
            <a:spAutoFit/>
          </a:bodyPr>
          <a:lstStyle/>
          <a:p>
            <a:r>
              <a:rPr lang="fr-FR" sz="2000" dirty="0">
                <a:solidFill>
                  <a:schemeClr val="accent5">
                    <a:lumMod val="75000"/>
                  </a:schemeClr>
                </a:solidFill>
                <a:latin typeface="Bahnschrift SemiLight Condensed" panose="020B0502040204020203" pitchFamily="34" charset="0"/>
                <a:cs typeface="Calibri" panose="020F0502020204030204" pitchFamily="34" charset="0"/>
              </a:rPr>
              <a:t>DATASET UTILISÉ</a:t>
            </a:r>
          </a:p>
        </p:txBody>
      </p:sp>
      <p:sp>
        <p:nvSpPr>
          <p:cNvPr id="3" name="Forme libre : forme 2">
            <a:extLst>
              <a:ext uri="{FF2B5EF4-FFF2-40B4-BE49-F238E27FC236}">
                <a16:creationId xmlns:a16="http://schemas.microsoft.com/office/drawing/2014/main" id="{C2D581F7-3769-42F4-A8D5-3F3B189EFDC3}"/>
              </a:ext>
            </a:extLst>
          </p:cNvPr>
          <p:cNvSpPr/>
          <p:nvPr/>
        </p:nvSpPr>
        <p:spPr>
          <a:xfrm>
            <a:off x="264172" y="1074195"/>
            <a:ext cx="200651" cy="5301205"/>
          </a:xfrm>
          <a:custGeom>
            <a:avLst/>
            <a:gdLst>
              <a:gd name="connsiteX0" fmla="*/ 13636 w 200651"/>
              <a:gd name="connsiteY0" fmla="*/ 0 h 5301205"/>
              <a:gd name="connsiteX1" fmla="*/ 175681 w 200651"/>
              <a:gd name="connsiteY1" fmla="*/ 1134319 h 5301205"/>
              <a:gd name="connsiteX2" fmla="*/ 2061 w 200651"/>
              <a:gd name="connsiteY2" fmla="*/ 2210764 h 5301205"/>
              <a:gd name="connsiteX3" fmla="*/ 198831 w 200651"/>
              <a:gd name="connsiteY3" fmla="*/ 3090440 h 5301205"/>
              <a:gd name="connsiteX4" fmla="*/ 94659 w 200651"/>
              <a:gd name="connsiteY4" fmla="*/ 4178460 h 5301205"/>
              <a:gd name="connsiteX5" fmla="*/ 2061 w 200651"/>
              <a:gd name="connsiteY5" fmla="*/ 4988688 h 5301205"/>
              <a:gd name="connsiteX6" fmla="*/ 187256 w 200651"/>
              <a:gd name="connsiteY6" fmla="*/ 5301205 h 53012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00651" h="5301205">
                <a:moveTo>
                  <a:pt x="13636" y="0"/>
                </a:moveTo>
                <a:cubicBezTo>
                  <a:pt x="95623" y="382929"/>
                  <a:pt x="177610" y="765858"/>
                  <a:pt x="175681" y="1134319"/>
                </a:cubicBezTo>
                <a:cubicBezTo>
                  <a:pt x="173752" y="1502780"/>
                  <a:pt x="-1797" y="1884744"/>
                  <a:pt x="2061" y="2210764"/>
                </a:cubicBezTo>
                <a:cubicBezTo>
                  <a:pt x="5919" y="2536784"/>
                  <a:pt x="183398" y="2762491"/>
                  <a:pt x="198831" y="3090440"/>
                </a:cubicBezTo>
                <a:cubicBezTo>
                  <a:pt x="214264" y="3418389"/>
                  <a:pt x="127454" y="3862085"/>
                  <a:pt x="94659" y="4178460"/>
                </a:cubicBezTo>
                <a:cubicBezTo>
                  <a:pt x="61864" y="4494835"/>
                  <a:pt x="-13372" y="4801564"/>
                  <a:pt x="2061" y="4988688"/>
                </a:cubicBezTo>
                <a:cubicBezTo>
                  <a:pt x="17494" y="5175812"/>
                  <a:pt x="164107" y="5212466"/>
                  <a:pt x="187256" y="5301205"/>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 name="Forme libre : forme 6">
            <a:extLst>
              <a:ext uri="{FF2B5EF4-FFF2-40B4-BE49-F238E27FC236}">
                <a16:creationId xmlns:a16="http://schemas.microsoft.com/office/drawing/2014/main" id="{8C1D3AB6-FBBD-4271-A1FA-ED106F0A9E30}"/>
              </a:ext>
            </a:extLst>
          </p:cNvPr>
          <p:cNvSpPr/>
          <p:nvPr/>
        </p:nvSpPr>
        <p:spPr>
          <a:xfrm>
            <a:off x="11551689" y="-72351"/>
            <a:ext cx="385263" cy="6886937"/>
          </a:xfrm>
          <a:custGeom>
            <a:avLst/>
            <a:gdLst>
              <a:gd name="connsiteX0" fmla="*/ 28484 w 385263"/>
              <a:gd name="connsiteY0" fmla="*/ 0 h 6886937"/>
              <a:gd name="connsiteX1" fmla="*/ 144231 w 385263"/>
              <a:gd name="connsiteY1" fmla="*/ 567159 h 6886937"/>
              <a:gd name="connsiteX2" fmla="*/ 5335 w 385263"/>
              <a:gd name="connsiteY2" fmla="*/ 1377387 h 6886937"/>
              <a:gd name="connsiteX3" fmla="*/ 63208 w 385263"/>
              <a:gd name="connsiteY3" fmla="*/ 2002420 h 6886937"/>
              <a:gd name="connsiteX4" fmla="*/ 375724 w 385263"/>
              <a:gd name="connsiteY4" fmla="*/ 3333509 h 6886937"/>
              <a:gd name="connsiteX5" fmla="*/ 283127 w 385263"/>
              <a:gd name="connsiteY5" fmla="*/ 4641448 h 6886937"/>
              <a:gd name="connsiteX6" fmla="*/ 63208 w 385263"/>
              <a:gd name="connsiteY6" fmla="*/ 5683170 h 6886937"/>
              <a:gd name="connsiteX7" fmla="*/ 155805 w 385263"/>
              <a:gd name="connsiteY7" fmla="*/ 6886937 h 68869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5263" h="6886937">
                <a:moveTo>
                  <a:pt x="28484" y="0"/>
                </a:moveTo>
                <a:cubicBezTo>
                  <a:pt x="88286" y="168797"/>
                  <a:pt x="148089" y="337595"/>
                  <a:pt x="144231" y="567159"/>
                </a:cubicBezTo>
                <a:cubicBezTo>
                  <a:pt x="140373" y="796723"/>
                  <a:pt x="18839" y="1138177"/>
                  <a:pt x="5335" y="1377387"/>
                </a:cubicBezTo>
                <a:cubicBezTo>
                  <a:pt x="-8169" y="1616597"/>
                  <a:pt x="1476" y="1676400"/>
                  <a:pt x="63208" y="2002420"/>
                </a:cubicBezTo>
                <a:cubicBezTo>
                  <a:pt x="124940" y="2328440"/>
                  <a:pt x="339071" y="2893671"/>
                  <a:pt x="375724" y="3333509"/>
                </a:cubicBezTo>
                <a:cubicBezTo>
                  <a:pt x="412377" y="3773347"/>
                  <a:pt x="335213" y="4249838"/>
                  <a:pt x="283127" y="4641448"/>
                </a:cubicBezTo>
                <a:cubicBezTo>
                  <a:pt x="231041" y="5033058"/>
                  <a:pt x="84428" y="5308922"/>
                  <a:pt x="63208" y="5683170"/>
                </a:cubicBezTo>
                <a:cubicBezTo>
                  <a:pt x="41988" y="6057418"/>
                  <a:pt x="142301" y="6694026"/>
                  <a:pt x="155805" y="6886937"/>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Forme libre : forme 7">
            <a:extLst>
              <a:ext uri="{FF2B5EF4-FFF2-40B4-BE49-F238E27FC236}">
                <a16:creationId xmlns:a16="http://schemas.microsoft.com/office/drawing/2014/main" id="{21319BAD-4C63-4945-94B4-0D3F6E51C45A}"/>
              </a:ext>
            </a:extLst>
          </p:cNvPr>
          <p:cNvSpPr/>
          <p:nvPr/>
        </p:nvSpPr>
        <p:spPr>
          <a:xfrm>
            <a:off x="11431882" y="0"/>
            <a:ext cx="455609" cy="6840638"/>
          </a:xfrm>
          <a:custGeom>
            <a:avLst/>
            <a:gdLst>
              <a:gd name="connsiteX0" fmla="*/ 291238 w 455609"/>
              <a:gd name="connsiteY0" fmla="*/ 0 h 6840638"/>
              <a:gd name="connsiteX1" fmla="*/ 1871 w 455609"/>
              <a:gd name="connsiteY1" fmla="*/ 636607 h 6840638"/>
              <a:gd name="connsiteX2" fmla="*/ 163917 w 455609"/>
              <a:gd name="connsiteY2" fmla="*/ 1898248 h 6840638"/>
              <a:gd name="connsiteX3" fmla="*/ 106043 w 455609"/>
              <a:gd name="connsiteY3" fmla="*/ 3044141 h 6840638"/>
              <a:gd name="connsiteX4" fmla="*/ 453284 w 455609"/>
              <a:gd name="connsiteY4" fmla="*/ 4942390 h 6840638"/>
              <a:gd name="connsiteX5" fmla="*/ 256514 w 455609"/>
              <a:gd name="connsiteY5" fmla="*/ 6123007 h 6840638"/>
              <a:gd name="connsiteX6" fmla="*/ 233365 w 455609"/>
              <a:gd name="connsiteY6" fmla="*/ 6840638 h 68406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55609" h="6840638">
                <a:moveTo>
                  <a:pt x="291238" y="0"/>
                </a:moveTo>
                <a:cubicBezTo>
                  <a:pt x="157164" y="160116"/>
                  <a:pt x="23091" y="320232"/>
                  <a:pt x="1871" y="636607"/>
                </a:cubicBezTo>
                <a:cubicBezTo>
                  <a:pt x="-19349" y="952982"/>
                  <a:pt x="146555" y="1496992"/>
                  <a:pt x="163917" y="1898248"/>
                </a:cubicBezTo>
                <a:cubicBezTo>
                  <a:pt x="181279" y="2299504"/>
                  <a:pt x="57815" y="2536784"/>
                  <a:pt x="106043" y="3044141"/>
                </a:cubicBezTo>
                <a:cubicBezTo>
                  <a:pt x="154271" y="3551498"/>
                  <a:pt x="428206" y="4429246"/>
                  <a:pt x="453284" y="4942390"/>
                </a:cubicBezTo>
                <a:cubicBezTo>
                  <a:pt x="478362" y="5455534"/>
                  <a:pt x="293167" y="5806632"/>
                  <a:pt x="256514" y="6123007"/>
                </a:cubicBezTo>
                <a:cubicBezTo>
                  <a:pt x="219861" y="6439382"/>
                  <a:pt x="252656" y="6618790"/>
                  <a:pt x="233365" y="6840638"/>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Forme libre : forme 8">
            <a:extLst>
              <a:ext uri="{FF2B5EF4-FFF2-40B4-BE49-F238E27FC236}">
                <a16:creationId xmlns:a16="http://schemas.microsoft.com/office/drawing/2014/main" id="{760C686D-8BC9-4EE2-96EB-28BC8C837A54}"/>
              </a:ext>
            </a:extLst>
          </p:cNvPr>
          <p:cNvSpPr/>
          <p:nvPr/>
        </p:nvSpPr>
        <p:spPr>
          <a:xfrm>
            <a:off x="11744282" y="0"/>
            <a:ext cx="335880" cy="6840638"/>
          </a:xfrm>
          <a:custGeom>
            <a:avLst/>
            <a:gdLst>
              <a:gd name="connsiteX0" fmla="*/ 220133 w 335880"/>
              <a:gd name="connsiteY0" fmla="*/ 0 h 6840638"/>
              <a:gd name="connsiteX1" fmla="*/ 81237 w 335880"/>
              <a:gd name="connsiteY1" fmla="*/ 1053297 h 6840638"/>
              <a:gd name="connsiteX2" fmla="*/ 208558 w 335880"/>
              <a:gd name="connsiteY2" fmla="*/ 2754775 h 6840638"/>
              <a:gd name="connsiteX3" fmla="*/ 214 w 335880"/>
              <a:gd name="connsiteY3" fmla="*/ 3565003 h 6840638"/>
              <a:gd name="connsiteX4" fmla="*/ 254857 w 335880"/>
              <a:gd name="connsiteY4" fmla="*/ 5162309 h 6840638"/>
              <a:gd name="connsiteX5" fmla="*/ 335880 w 335880"/>
              <a:gd name="connsiteY5" fmla="*/ 6840638 h 68406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35880" h="6840638">
                <a:moveTo>
                  <a:pt x="220133" y="0"/>
                </a:moveTo>
                <a:cubicBezTo>
                  <a:pt x="151649" y="297084"/>
                  <a:pt x="83166" y="594168"/>
                  <a:pt x="81237" y="1053297"/>
                </a:cubicBezTo>
                <a:cubicBezTo>
                  <a:pt x="79308" y="1512426"/>
                  <a:pt x="222062" y="2336157"/>
                  <a:pt x="208558" y="2754775"/>
                </a:cubicBezTo>
                <a:cubicBezTo>
                  <a:pt x="195054" y="3173393"/>
                  <a:pt x="-7502" y="3163747"/>
                  <a:pt x="214" y="3565003"/>
                </a:cubicBezTo>
                <a:cubicBezTo>
                  <a:pt x="7930" y="3966259"/>
                  <a:pt x="198913" y="4616370"/>
                  <a:pt x="254857" y="5162309"/>
                </a:cubicBezTo>
                <a:cubicBezTo>
                  <a:pt x="310801" y="5708248"/>
                  <a:pt x="299227" y="6456744"/>
                  <a:pt x="335880" y="6840638"/>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5" name="Graphique 4" descr="Base de données avec un remplissage uni">
            <a:extLst>
              <a:ext uri="{FF2B5EF4-FFF2-40B4-BE49-F238E27FC236}">
                <a16:creationId xmlns:a16="http://schemas.microsoft.com/office/drawing/2014/main" id="{91A1E7AD-C61A-406D-31AC-130D5D7A2C6E}"/>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994448" y="2769113"/>
            <a:ext cx="1209467" cy="1209467"/>
          </a:xfrm>
          <a:prstGeom prst="rect">
            <a:avLst/>
          </a:prstGeom>
        </p:spPr>
      </p:pic>
      <p:sp>
        <p:nvSpPr>
          <p:cNvPr id="11" name="ZoneTexte 10">
            <a:extLst>
              <a:ext uri="{FF2B5EF4-FFF2-40B4-BE49-F238E27FC236}">
                <a16:creationId xmlns:a16="http://schemas.microsoft.com/office/drawing/2014/main" id="{69C44062-C3AC-8CC6-C398-70BC86BF79FC}"/>
              </a:ext>
            </a:extLst>
          </p:cNvPr>
          <p:cNvSpPr txBox="1"/>
          <p:nvPr/>
        </p:nvSpPr>
        <p:spPr>
          <a:xfrm>
            <a:off x="990599" y="4028202"/>
            <a:ext cx="3259055" cy="923330"/>
          </a:xfrm>
          <a:prstGeom prst="rect">
            <a:avLst/>
          </a:prstGeom>
          <a:noFill/>
        </p:spPr>
        <p:txBody>
          <a:bodyPr wrap="square">
            <a:spAutoFit/>
          </a:bodyPr>
          <a:lstStyle/>
          <a:p>
            <a:pPr algn="ctr"/>
            <a:r>
              <a:rPr lang="fr-FR" sz="1800" dirty="0">
                <a:latin typeface="Georgia" panose="02040502050405020303" pitchFamily="18" charset="0"/>
              </a:rPr>
              <a:t>UNSW-NB15</a:t>
            </a:r>
          </a:p>
          <a:p>
            <a:pPr algn="ctr"/>
            <a:r>
              <a:rPr lang="fr-FR" dirty="0"/>
              <a:t>2 540 044 enregistrements </a:t>
            </a:r>
          </a:p>
          <a:p>
            <a:pPr algn="ctr"/>
            <a:r>
              <a:rPr lang="fr-FR" dirty="0"/>
              <a:t>49 caractéristiques</a:t>
            </a:r>
          </a:p>
        </p:txBody>
      </p:sp>
      <p:pic>
        <p:nvPicPr>
          <p:cNvPr id="15" name="Graphique 14" descr="Base de données avec un remplissage uni">
            <a:extLst>
              <a:ext uri="{FF2B5EF4-FFF2-40B4-BE49-F238E27FC236}">
                <a16:creationId xmlns:a16="http://schemas.microsoft.com/office/drawing/2014/main" id="{49F167C1-D82D-21BF-BEAE-CDDB680CDC24}"/>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713371" y="1509703"/>
            <a:ext cx="994148" cy="994148"/>
          </a:xfrm>
          <a:prstGeom prst="rect">
            <a:avLst/>
          </a:prstGeom>
        </p:spPr>
      </p:pic>
      <p:cxnSp>
        <p:nvCxnSpPr>
          <p:cNvPr id="18" name="Connecteur : en arc 17">
            <a:extLst>
              <a:ext uri="{FF2B5EF4-FFF2-40B4-BE49-F238E27FC236}">
                <a16:creationId xmlns:a16="http://schemas.microsoft.com/office/drawing/2014/main" id="{26B3D0F6-1384-9B29-31B8-3BC6058D7E2A}"/>
              </a:ext>
            </a:extLst>
          </p:cNvPr>
          <p:cNvCxnSpPr>
            <a:cxnSpLocks/>
          </p:cNvCxnSpPr>
          <p:nvPr/>
        </p:nvCxnSpPr>
        <p:spPr>
          <a:xfrm flipV="1">
            <a:off x="3203915" y="2000027"/>
            <a:ext cx="2509455" cy="1368178"/>
          </a:xfrm>
          <a:prstGeom prst="curvedConnector3">
            <a:avLst/>
          </a:prstGeom>
          <a:ln>
            <a:tailEnd type="triangle"/>
          </a:ln>
        </p:spPr>
        <p:style>
          <a:lnRef idx="1">
            <a:schemeClr val="accent1"/>
          </a:lnRef>
          <a:fillRef idx="0">
            <a:schemeClr val="accent1"/>
          </a:fillRef>
          <a:effectRef idx="0">
            <a:schemeClr val="accent1"/>
          </a:effectRef>
          <a:fontRef idx="minor">
            <a:schemeClr val="tx1"/>
          </a:fontRef>
        </p:style>
      </p:cxnSp>
      <p:sp>
        <p:nvSpPr>
          <p:cNvPr id="24" name="ZoneTexte 23">
            <a:extLst>
              <a:ext uri="{FF2B5EF4-FFF2-40B4-BE49-F238E27FC236}">
                <a16:creationId xmlns:a16="http://schemas.microsoft.com/office/drawing/2014/main" id="{999D48B8-B5D5-B3C0-1C55-F40690EDCFC5}"/>
              </a:ext>
            </a:extLst>
          </p:cNvPr>
          <p:cNvSpPr txBox="1"/>
          <p:nvPr/>
        </p:nvSpPr>
        <p:spPr>
          <a:xfrm>
            <a:off x="4826365" y="2688941"/>
            <a:ext cx="3125561" cy="646331"/>
          </a:xfrm>
          <a:prstGeom prst="rect">
            <a:avLst/>
          </a:prstGeom>
          <a:noFill/>
        </p:spPr>
        <p:txBody>
          <a:bodyPr wrap="square">
            <a:spAutoFit/>
          </a:bodyPr>
          <a:lstStyle/>
          <a:p>
            <a:pPr algn="ctr"/>
            <a:r>
              <a:rPr lang="fr-FR" sz="1800" dirty="0">
                <a:latin typeface="Georgia" panose="02040502050405020303" pitchFamily="18" charset="0"/>
              </a:rPr>
              <a:t>UNSW-NB15-training-set</a:t>
            </a:r>
          </a:p>
          <a:p>
            <a:pPr algn="ctr"/>
            <a:r>
              <a:rPr lang="fr-FR" dirty="0"/>
              <a:t>175 341 enregistrements</a:t>
            </a:r>
            <a:r>
              <a:rPr lang="fr-FR" sz="1800" dirty="0">
                <a:latin typeface="Georgia" panose="02040502050405020303" pitchFamily="18" charset="0"/>
              </a:rPr>
              <a:t> </a:t>
            </a:r>
            <a:endParaRPr lang="fr-FR" dirty="0"/>
          </a:p>
        </p:txBody>
      </p:sp>
      <p:sp>
        <p:nvSpPr>
          <p:cNvPr id="25" name="ZoneTexte 24">
            <a:extLst>
              <a:ext uri="{FF2B5EF4-FFF2-40B4-BE49-F238E27FC236}">
                <a16:creationId xmlns:a16="http://schemas.microsoft.com/office/drawing/2014/main" id="{88C8B24F-F487-0649-2BE4-399BC14090F6}"/>
              </a:ext>
            </a:extLst>
          </p:cNvPr>
          <p:cNvSpPr txBox="1"/>
          <p:nvPr/>
        </p:nvSpPr>
        <p:spPr>
          <a:xfrm>
            <a:off x="4826365" y="5362178"/>
            <a:ext cx="3048401" cy="646331"/>
          </a:xfrm>
          <a:prstGeom prst="rect">
            <a:avLst/>
          </a:prstGeom>
          <a:noFill/>
        </p:spPr>
        <p:txBody>
          <a:bodyPr wrap="square">
            <a:spAutoFit/>
          </a:bodyPr>
          <a:lstStyle/>
          <a:p>
            <a:pPr algn="ctr"/>
            <a:r>
              <a:rPr lang="fr-FR" sz="1800" dirty="0">
                <a:latin typeface="Georgia" panose="02040502050405020303" pitchFamily="18" charset="0"/>
              </a:rPr>
              <a:t>UNSW-NB15-testing-set</a:t>
            </a:r>
          </a:p>
          <a:p>
            <a:pPr algn="ctr"/>
            <a:r>
              <a:rPr lang="fr-FR" dirty="0"/>
              <a:t>82 332 enregistrements</a:t>
            </a:r>
            <a:r>
              <a:rPr lang="fr-FR" sz="1800" dirty="0">
                <a:latin typeface="Georgia" panose="02040502050405020303" pitchFamily="18" charset="0"/>
              </a:rPr>
              <a:t> </a:t>
            </a:r>
            <a:endParaRPr lang="fr-FR" dirty="0"/>
          </a:p>
        </p:txBody>
      </p:sp>
      <p:pic>
        <p:nvPicPr>
          <p:cNvPr id="27" name="Graphique 26" descr="Base de données avec un remplissage uni">
            <a:extLst>
              <a:ext uri="{FF2B5EF4-FFF2-40B4-BE49-F238E27FC236}">
                <a16:creationId xmlns:a16="http://schemas.microsoft.com/office/drawing/2014/main" id="{305EF5A4-F364-C147-F3B9-E17FF4C2DD74}"/>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713370" y="4190722"/>
            <a:ext cx="994148" cy="994148"/>
          </a:xfrm>
          <a:prstGeom prst="rect">
            <a:avLst/>
          </a:prstGeom>
        </p:spPr>
      </p:pic>
      <p:cxnSp>
        <p:nvCxnSpPr>
          <p:cNvPr id="29" name="Connecteur : en arc 28">
            <a:extLst>
              <a:ext uri="{FF2B5EF4-FFF2-40B4-BE49-F238E27FC236}">
                <a16:creationId xmlns:a16="http://schemas.microsoft.com/office/drawing/2014/main" id="{559E0264-62B4-608F-053D-A7F701698B2A}"/>
              </a:ext>
            </a:extLst>
          </p:cNvPr>
          <p:cNvCxnSpPr>
            <a:cxnSpLocks/>
          </p:cNvCxnSpPr>
          <p:nvPr/>
        </p:nvCxnSpPr>
        <p:spPr>
          <a:xfrm>
            <a:off x="3329023" y="3368205"/>
            <a:ext cx="2384347" cy="1319591"/>
          </a:xfrm>
          <a:prstGeom prst="curvedConnector3">
            <a:avLst/>
          </a:prstGeom>
          <a:ln>
            <a:tailEnd type="triangle"/>
          </a:ln>
        </p:spPr>
        <p:style>
          <a:lnRef idx="1">
            <a:schemeClr val="accent1"/>
          </a:lnRef>
          <a:fillRef idx="0">
            <a:schemeClr val="accent1"/>
          </a:fillRef>
          <a:effectRef idx="0">
            <a:schemeClr val="accent1"/>
          </a:effectRef>
          <a:fontRef idx="minor">
            <a:schemeClr val="tx1"/>
          </a:fontRef>
        </p:style>
      </p:cxnSp>
      <p:sp>
        <p:nvSpPr>
          <p:cNvPr id="32" name="Accolade fermante 31">
            <a:extLst>
              <a:ext uri="{FF2B5EF4-FFF2-40B4-BE49-F238E27FC236}">
                <a16:creationId xmlns:a16="http://schemas.microsoft.com/office/drawing/2014/main" id="{9386311E-17BA-4F4C-AE37-C3590888870A}"/>
              </a:ext>
            </a:extLst>
          </p:cNvPr>
          <p:cNvSpPr/>
          <p:nvPr/>
        </p:nvSpPr>
        <p:spPr>
          <a:xfrm>
            <a:off x="7806770" y="1211195"/>
            <a:ext cx="1101059" cy="4822177"/>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fr-FR"/>
          </a:p>
        </p:txBody>
      </p:sp>
      <p:sp>
        <p:nvSpPr>
          <p:cNvPr id="36" name="ZoneTexte 35">
            <a:extLst>
              <a:ext uri="{FF2B5EF4-FFF2-40B4-BE49-F238E27FC236}">
                <a16:creationId xmlns:a16="http://schemas.microsoft.com/office/drawing/2014/main" id="{EC8E7AF2-9BDA-3DF0-D153-E90A3ECE02C9}"/>
              </a:ext>
            </a:extLst>
          </p:cNvPr>
          <p:cNvSpPr txBox="1"/>
          <p:nvPr/>
        </p:nvSpPr>
        <p:spPr>
          <a:xfrm>
            <a:off x="9077061" y="1729457"/>
            <a:ext cx="2185588" cy="3785652"/>
          </a:xfrm>
          <a:prstGeom prst="rect">
            <a:avLst/>
          </a:prstGeom>
          <a:noFill/>
        </p:spPr>
        <p:txBody>
          <a:bodyPr wrap="square">
            <a:spAutoFit/>
          </a:bodyPr>
          <a:lstStyle/>
          <a:p>
            <a:r>
              <a:rPr lang="fr-FR" sz="2400" dirty="0"/>
              <a:t>Normal</a:t>
            </a:r>
          </a:p>
          <a:p>
            <a:r>
              <a:rPr lang="fr-FR" sz="2400" dirty="0" err="1"/>
              <a:t>DoS</a:t>
            </a:r>
            <a:endParaRPr lang="fr-FR" sz="2400" dirty="0"/>
          </a:p>
          <a:p>
            <a:r>
              <a:rPr lang="fr-FR" sz="2400" dirty="0"/>
              <a:t>Worms</a:t>
            </a:r>
          </a:p>
          <a:p>
            <a:r>
              <a:rPr lang="fr-FR" sz="2400" dirty="0" err="1"/>
              <a:t>Fuzzers</a:t>
            </a:r>
            <a:endParaRPr lang="fr-FR" sz="2400" dirty="0"/>
          </a:p>
          <a:p>
            <a:r>
              <a:rPr lang="fr-FR" sz="2400" dirty="0" err="1"/>
              <a:t>Analysis</a:t>
            </a:r>
            <a:endParaRPr lang="fr-FR" sz="2400" dirty="0"/>
          </a:p>
          <a:p>
            <a:r>
              <a:rPr lang="fr-FR" sz="2400" dirty="0"/>
              <a:t>Exploits</a:t>
            </a:r>
          </a:p>
          <a:p>
            <a:r>
              <a:rPr lang="fr-FR" sz="2400" dirty="0" err="1"/>
              <a:t>Generic</a:t>
            </a:r>
            <a:endParaRPr lang="fr-FR" sz="2400" dirty="0"/>
          </a:p>
          <a:p>
            <a:r>
              <a:rPr lang="fr-FR" sz="2400" dirty="0"/>
              <a:t>Backdoor</a:t>
            </a:r>
          </a:p>
          <a:p>
            <a:r>
              <a:rPr lang="fr-FR" sz="2400" dirty="0" err="1"/>
              <a:t>Shellcode</a:t>
            </a:r>
            <a:endParaRPr lang="fr-FR" sz="2400" dirty="0"/>
          </a:p>
          <a:p>
            <a:r>
              <a:rPr lang="fr-FR" sz="2400" dirty="0"/>
              <a:t>Reconnaissance</a:t>
            </a:r>
          </a:p>
        </p:txBody>
      </p:sp>
    </p:spTree>
    <p:extLst>
      <p:ext uri="{BB962C8B-B14F-4D97-AF65-F5344CB8AC3E}">
        <p14:creationId xmlns:p14="http://schemas.microsoft.com/office/powerpoint/2010/main" val="367182743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600">
        <p159:morph option="byObject"/>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B4558A-2B5A-A769-DEFC-89A2D1C2FCB8}"/>
            </a:ext>
          </a:extLst>
        </p:cNvPr>
        <p:cNvGrpSpPr/>
        <p:nvPr/>
      </p:nvGrpSpPr>
      <p:grpSpPr>
        <a:xfrm>
          <a:off x="0" y="0"/>
          <a:ext cx="0" cy="0"/>
          <a:chOff x="0" y="0"/>
          <a:chExt cx="0" cy="0"/>
        </a:xfrm>
      </p:grpSpPr>
      <p:sp>
        <p:nvSpPr>
          <p:cNvPr id="13" name="Freeform: Shape 12">
            <a:extLst>
              <a:ext uri="{FF2B5EF4-FFF2-40B4-BE49-F238E27FC236}">
                <a16:creationId xmlns:a16="http://schemas.microsoft.com/office/drawing/2014/main" id="{9BF21D8A-9BB2-A63E-95F6-C5A206A151A4}"/>
              </a:ext>
            </a:extLst>
          </p:cNvPr>
          <p:cNvSpPr/>
          <p:nvPr/>
        </p:nvSpPr>
        <p:spPr>
          <a:xfrm rot="10800000">
            <a:off x="303282" y="152400"/>
            <a:ext cx="687317" cy="538678"/>
          </a:xfrm>
          <a:custGeom>
            <a:avLst/>
            <a:gdLst>
              <a:gd name="connsiteX0" fmla="*/ 9526 w 3470338"/>
              <a:gd name="connsiteY0" fmla="*/ 0 h 6346429"/>
              <a:gd name="connsiteX1" fmla="*/ 3470338 w 3470338"/>
              <a:gd name="connsiteY1" fmla="*/ 0 h 6346429"/>
              <a:gd name="connsiteX2" fmla="*/ 3470338 w 3470338"/>
              <a:gd name="connsiteY2" fmla="*/ 6346429 h 6346429"/>
              <a:gd name="connsiteX3" fmla="*/ 9526 w 3470338"/>
              <a:gd name="connsiteY3" fmla="*/ 6346429 h 6346429"/>
              <a:gd name="connsiteX4" fmla="*/ 7830 w 3470338"/>
              <a:gd name="connsiteY4" fmla="*/ 5754489 h 6346429"/>
              <a:gd name="connsiteX5" fmla="*/ 1066800 w 3470338"/>
              <a:gd name="connsiteY5" fmla="*/ 5754489 h 6346429"/>
              <a:gd name="connsiteX6" fmla="*/ 1066800 w 3470338"/>
              <a:gd name="connsiteY6" fmla="*/ 3173214 h 6346429"/>
              <a:gd name="connsiteX7" fmla="*/ 437 w 3470338"/>
              <a:gd name="connsiteY7" fmla="*/ 3173214 h 6346429"/>
              <a:gd name="connsiteX8" fmla="*/ 0 w 3470338"/>
              <a:gd name="connsiteY8" fmla="*/ 3020814 h 6346429"/>
              <a:gd name="connsiteX9" fmla="*/ 9526 w 3470338"/>
              <a:gd name="connsiteY9" fmla="*/ 0 h 6346429"/>
              <a:gd name="connsiteX0" fmla="*/ 9526 w 3470338"/>
              <a:gd name="connsiteY0" fmla="*/ 0 h 6346429"/>
              <a:gd name="connsiteX1" fmla="*/ 3470338 w 3470338"/>
              <a:gd name="connsiteY1" fmla="*/ 0 h 6346429"/>
              <a:gd name="connsiteX2" fmla="*/ 3470338 w 3470338"/>
              <a:gd name="connsiteY2" fmla="*/ 6346429 h 6346429"/>
              <a:gd name="connsiteX3" fmla="*/ 9526 w 3470338"/>
              <a:gd name="connsiteY3" fmla="*/ 6346429 h 6346429"/>
              <a:gd name="connsiteX4" fmla="*/ 7830 w 3470338"/>
              <a:gd name="connsiteY4" fmla="*/ 5754489 h 6346429"/>
              <a:gd name="connsiteX5" fmla="*/ 1066800 w 3470338"/>
              <a:gd name="connsiteY5" fmla="*/ 5754489 h 6346429"/>
              <a:gd name="connsiteX6" fmla="*/ 437 w 3470338"/>
              <a:gd name="connsiteY6" fmla="*/ 3173214 h 6346429"/>
              <a:gd name="connsiteX7" fmla="*/ 0 w 3470338"/>
              <a:gd name="connsiteY7" fmla="*/ 3020814 h 6346429"/>
              <a:gd name="connsiteX8" fmla="*/ 9526 w 3470338"/>
              <a:gd name="connsiteY8" fmla="*/ 0 h 6346429"/>
              <a:gd name="connsiteX0" fmla="*/ 1066800 w 3470338"/>
              <a:gd name="connsiteY0" fmla="*/ 5754489 h 6346429"/>
              <a:gd name="connsiteX1" fmla="*/ 437 w 3470338"/>
              <a:gd name="connsiteY1" fmla="*/ 3173214 h 6346429"/>
              <a:gd name="connsiteX2" fmla="*/ 0 w 3470338"/>
              <a:gd name="connsiteY2" fmla="*/ 3020814 h 6346429"/>
              <a:gd name="connsiteX3" fmla="*/ 9526 w 3470338"/>
              <a:gd name="connsiteY3" fmla="*/ 0 h 6346429"/>
              <a:gd name="connsiteX4" fmla="*/ 3470338 w 3470338"/>
              <a:gd name="connsiteY4" fmla="*/ 0 h 6346429"/>
              <a:gd name="connsiteX5" fmla="*/ 3470338 w 3470338"/>
              <a:gd name="connsiteY5" fmla="*/ 6346429 h 6346429"/>
              <a:gd name="connsiteX6" fmla="*/ 9526 w 3470338"/>
              <a:gd name="connsiteY6" fmla="*/ 6346429 h 6346429"/>
              <a:gd name="connsiteX7" fmla="*/ 7830 w 3470338"/>
              <a:gd name="connsiteY7" fmla="*/ 5754489 h 6346429"/>
              <a:gd name="connsiteX8" fmla="*/ 1158240 w 3470338"/>
              <a:gd name="connsiteY8" fmla="*/ 5845929 h 6346429"/>
              <a:gd name="connsiteX0" fmla="*/ 437 w 3470338"/>
              <a:gd name="connsiteY0" fmla="*/ 3173214 h 6346429"/>
              <a:gd name="connsiteX1" fmla="*/ 0 w 3470338"/>
              <a:gd name="connsiteY1" fmla="*/ 3020814 h 6346429"/>
              <a:gd name="connsiteX2" fmla="*/ 9526 w 3470338"/>
              <a:gd name="connsiteY2" fmla="*/ 0 h 6346429"/>
              <a:gd name="connsiteX3" fmla="*/ 3470338 w 3470338"/>
              <a:gd name="connsiteY3" fmla="*/ 0 h 6346429"/>
              <a:gd name="connsiteX4" fmla="*/ 3470338 w 3470338"/>
              <a:gd name="connsiteY4" fmla="*/ 6346429 h 6346429"/>
              <a:gd name="connsiteX5" fmla="*/ 9526 w 3470338"/>
              <a:gd name="connsiteY5" fmla="*/ 6346429 h 6346429"/>
              <a:gd name="connsiteX6" fmla="*/ 7830 w 3470338"/>
              <a:gd name="connsiteY6" fmla="*/ 5754489 h 6346429"/>
              <a:gd name="connsiteX7" fmla="*/ 1158240 w 3470338"/>
              <a:gd name="connsiteY7" fmla="*/ 5845929 h 6346429"/>
              <a:gd name="connsiteX0" fmla="*/ 437 w 3470338"/>
              <a:gd name="connsiteY0" fmla="*/ 3173214 h 6346429"/>
              <a:gd name="connsiteX1" fmla="*/ 0 w 3470338"/>
              <a:gd name="connsiteY1" fmla="*/ 3020814 h 6346429"/>
              <a:gd name="connsiteX2" fmla="*/ 9526 w 3470338"/>
              <a:gd name="connsiteY2" fmla="*/ 0 h 6346429"/>
              <a:gd name="connsiteX3" fmla="*/ 3470338 w 3470338"/>
              <a:gd name="connsiteY3" fmla="*/ 0 h 6346429"/>
              <a:gd name="connsiteX4" fmla="*/ 3470338 w 3470338"/>
              <a:gd name="connsiteY4" fmla="*/ 6346429 h 6346429"/>
              <a:gd name="connsiteX5" fmla="*/ 9526 w 3470338"/>
              <a:gd name="connsiteY5" fmla="*/ 6346429 h 6346429"/>
              <a:gd name="connsiteX6" fmla="*/ 7830 w 3470338"/>
              <a:gd name="connsiteY6" fmla="*/ 5754489 h 63464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470338" h="6346429">
                <a:moveTo>
                  <a:pt x="437" y="3173214"/>
                </a:moveTo>
                <a:cubicBezTo>
                  <a:pt x="291" y="3122414"/>
                  <a:pt x="146" y="3071614"/>
                  <a:pt x="0" y="3020814"/>
                </a:cubicBezTo>
                <a:cubicBezTo>
                  <a:pt x="3175" y="2013876"/>
                  <a:pt x="6351" y="1006938"/>
                  <a:pt x="9526" y="0"/>
                </a:cubicBezTo>
                <a:lnTo>
                  <a:pt x="3470338" y="0"/>
                </a:lnTo>
                <a:lnTo>
                  <a:pt x="3470338" y="6346429"/>
                </a:lnTo>
                <a:lnTo>
                  <a:pt x="9526" y="6346429"/>
                </a:lnTo>
                <a:cubicBezTo>
                  <a:pt x="8961" y="6149116"/>
                  <a:pt x="8395" y="5951802"/>
                  <a:pt x="7830" y="5754489"/>
                </a:cubicBezTo>
              </a:path>
            </a:pathLst>
          </a:custGeom>
          <a:noFill/>
          <a:ln w="28575">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Light"/>
              <a:ea typeface="+mn-ea"/>
              <a:cs typeface="+mn-cs"/>
            </a:endParaRPr>
          </a:p>
        </p:txBody>
      </p:sp>
      <p:sp>
        <p:nvSpPr>
          <p:cNvPr id="17" name="Rectangle 16">
            <a:extLst>
              <a:ext uri="{FF2B5EF4-FFF2-40B4-BE49-F238E27FC236}">
                <a16:creationId xmlns:a16="http://schemas.microsoft.com/office/drawing/2014/main" id="{4E5218D4-1D0B-4A57-0A31-BF8138398C3F}"/>
              </a:ext>
            </a:extLst>
          </p:cNvPr>
          <p:cNvSpPr/>
          <p:nvPr/>
        </p:nvSpPr>
        <p:spPr>
          <a:xfrm>
            <a:off x="0" y="6375400"/>
            <a:ext cx="800100" cy="330200"/>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fld id="{8EE4A758-C4C8-4DAE-BDEE-609B1B8EFD29}" type="slidenum">
              <a:rPr kumimoji="0" lang="en-US" sz="1000" b="0" i="0" u="none" strike="noStrike" kern="1200" cap="none" spc="0" normalizeH="0" baseline="0" noProof="0" smtClean="0">
                <a:ln>
                  <a:noFill/>
                </a:ln>
                <a:solidFill>
                  <a:prstClr val="white"/>
                </a:solidFill>
                <a:effectLst/>
                <a:uLnTx/>
                <a:uFillTx/>
                <a:latin typeface="Calibri Light"/>
                <a:ea typeface="+mn-ea"/>
                <a:cs typeface="+mn-cs"/>
              </a:rPr>
              <a:t>9</a:t>
            </a:fld>
            <a:endParaRPr kumimoji="0" lang="en-US" sz="1000" b="0" i="0" u="none" strike="noStrike" kern="1200" cap="none" spc="0" normalizeH="0" baseline="0" noProof="0" dirty="0">
              <a:ln>
                <a:noFill/>
              </a:ln>
              <a:solidFill>
                <a:prstClr val="white"/>
              </a:solidFill>
              <a:effectLst/>
              <a:uLnTx/>
              <a:uFillTx/>
              <a:latin typeface="Calibri Light"/>
              <a:ea typeface="+mn-ea"/>
              <a:cs typeface="+mn-cs"/>
            </a:endParaRPr>
          </a:p>
        </p:txBody>
      </p:sp>
      <p:sp>
        <p:nvSpPr>
          <p:cNvPr id="10" name="TextBox 9">
            <a:extLst>
              <a:ext uri="{FF2B5EF4-FFF2-40B4-BE49-F238E27FC236}">
                <a16:creationId xmlns:a16="http://schemas.microsoft.com/office/drawing/2014/main" id="{0025DE82-5010-C6ED-0A59-6BDCCF806C09}"/>
              </a:ext>
            </a:extLst>
          </p:cNvPr>
          <p:cNvSpPr txBox="1"/>
          <p:nvPr/>
        </p:nvSpPr>
        <p:spPr>
          <a:xfrm>
            <a:off x="1185732" y="190905"/>
            <a:ext cx="6829425" cy="492443"/>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dirty="0">
                <a:ln>
                  <a:noFill/>
                </a:ln>
                <a:solidFill>
                  <a:prstClr val="black">
                    <a:lumMod val="75000"/>
                    <a:lumOff val="25000"/>
                  </a:prstClr>
                </a:solidFill>
                <a:effectLst/>
                <a:uLnTx/>
                <a:uFillTx/>
                <a:latin typeface="Bahnschrift SemiBold Condensed" panose="020B0502040204020203" pitchFamily="34" charset="0"/>
                <a:ea typeface="+mn-ea"/>
                <a:cs typeface="+mn-cs"/>
              </a:rPr>
              <a:t>COLLECTE ET PRÉPARATION DES DONNÉES</a:t>
            </a:r>
          </a:p>
        </p:txBody>
      </p:sp>
      <p:sp>
        <p:nvSpPr>
          <p:cNvPr id="2" name="ZoneTexte 1">
            <a:extLst>
              <a:ext uri="{FF2B5EF4-FFF2-40B4-BE49-F238E27FC236}">
                <a16:creationId xmlns:a16="http://schemas.microsoft.com/office/drawing/2014/main" id="{117DB49B-E5AB-BD13-3A4F-3DDD3050C273}"/>
              </a:ext>
            </a:extLst>
          </p:cNvPr>
          <p:cNvSpPr txBox="1"/>
          <p:nvPr/>
        </p:nvSpPr>
        <p:spPr>
          <a:xfrm>
            <a:off x="423962" y="206293"/>
            <a:ext cx="487634"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2400" b="1" i="0" u="none" strike="noStrike" kern="1200" cap="none" spc="0" normalizeH="0" baseline="0" noProof="0" dirty="0">
                <a:ln>
                  <a:noFill/>
                </a:ln>
                <a:solidFill>
                  <a:schemeClr val="accent5">
                    <a:lumMod val="75000"/>
                  </a:schemeClr>
                </a:solidFill>
                <a:effectLst/>
                <a:uLnTx/>
                <a:uFillTx/>
                <a:latin typeface="Bahnschrift SemiBold Condensed" panose="020B0502040204020203" pitchFamily="34" charset="0"/>
                <a:ea typeface="+mn-ea"/>
                <a:cs typeface="+mn-cs"/>
              </a:rPr>
              <a:t>02.</a:t>
            </a:r>
          </a:p>
        </p:txBody>
      </p:sp>
      <p:sp>
        <p:nvSpPr>
          <p:cNvPr id="14" name="ZoneTexte 13">
            <a:extLst>
              <a:ext uri="{FF2B5EF4-FFF2-40B4-BE49-F238E27FC236}">
                <a16:creationId xmlns:a16="http://schemas.microsoft.com/office/drawing/2014/main" id="{3C17C48F-89FD-16E8-DE7C-C9BEA0BCB038}"/>
              </a:ext>
            </a:extLst>
          </p:cNvPr>
          <p:cNvSpPr txBox="1"/>
          <p:nvPr/>
        </p:nvSpPr>
        <p:spPr>
          <a:xfrm>
            <a:off x="1105125" y="631924"/>
            <a:ext cx="6154918" cy="400110"/>
          </a:xfrm>
          <a:prstGeom prst="rect">
            <a:avLst/>
          </a:prstGeom>
          <a:noFill/>
        </p:spPr>
        <p:txBody>
          <a:bodyPr wrap="square" rtlCol="0">
            <a:spAutoFit/>
          </a:bodyPr>
          <a:lstStyle/>
          <a:p>
            <a:r>
              <a:rPr lang="fr-FR" sz="2000" dirty="0">
                <a:solidFill>
                  <a:schemeClr val="accent5">
                    <a:lumMod val="75000"/>
                  </a:schemeClr>
                </a:solidFill>
                <a:latin typeface="Bahnschrift SemiLight Condensed" panose="020B0502040204020203" pitchFamily="34" charset="0"/>
                <a:cs typeface="Calibri" panose="020F0502020204030204" pitchFamily="34" charset="0"/>
              </a:rPr>
              <a:t>NETTOYAGE ET PRÉPARATION DE DONNÉES</a:t>
            </a:r>
          </a:p>
        </p:txBody>
      </p:sp>
      <p:sp>
        <p:nvSpPr>
          <p:cNvPr id="3" name="Forme libre : forme 2">
            <a:extLst>
              <a:ext uri="{FF2B5EF4-FFF2-40B4-BE49-F238E27FC236}">
                <a16:creationId xmlns:a16="http://schemas.microsoft.com/office/drawing/2014/main" id="{1A393B13-9E30-A489-7D09-94F4F6306F0A}"/>
              </a:ext>
            </a:extLst>
          </p:cNvPr>
          <p:cNvSpPr/>
          <p:nvPr/>
        </p:nvSpPr>
        <p:spPr>
          <a:xfrm>
            <a:off x="264172" y="1074195"/>
            <a:ext cx="200651" cy="5301205"/>
          </a:xfrm>
          <a:custGeom>
            <a:avLst/>
            <a:gdLst>
              <a:gd name="connsiteX0" fmla="*/ 13636 w 200651"/>
              <a:gd name="connsiteY0" fmla="*/ 0 h 5301205"/>
              <a:gd name="connsiteX1" fmla="*/ 175681 w 200651"/>
              <a:gd name="connsiteY1" fmla="*/ 1134319 h 5301205"/>
              <a:gd name="connsiteX2" fmla="*/ 2061 w 200651"/>
              <a:gd name="connsiteY2" fmla="*/ 2210764 h 5301205"/>
              <a:gd name="connsiteX3" fmla="*/ 198831 w 200651"/>
              <a:gd name="connsiteY3" fmla="*/ 3090440 h 5301205"/>
              <a:gd name="connsiteX4" fmla="*/ 94659 w 200651"/>
              <a:gd name="connsiteY4" fmla="*/ 4178460 h 5301205"/>
              <a:gd name="connsiteX5" fmla="*/ 2061 w 200651"/>
              <a:gd name="connsiteY5" fmla="*/ 4988688 h 5301205"/>
              <a:gd name="connsiteX6" fmla="*/ 187256 w 200651"/>
              <a:gd name="connsiteY6" fmla="*/ 5301205 h 53012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00651" h="5301205">
                <a:moveTo>
                  <a:pt x="13636" y="0"/>
                </a:moveTo>
                <a:cubicBezTo>
                  <a:pt x="95623" y="382929"/>
                  <a:pt x="177610" y="765858"/>
                  <a:pt x="175681" y="1134319"/>
                </a:cubicBezTo>
                <a:cubicBezTo>
                  <a:pt x="173752" y="1502780"/>
                  <a:pt x="-1797" y="1884744"/>
                  <a:pt x="2061" y="2210764"/>
                </a:cubicBezTo>
                <a:cubicBezTo>
                  <a:pt x="5919" y="2536784"/>
                  <a:pt x="183398" y="2762491"/>
                  <a:pt x="198831" y="3090440"/>
                </a:cubicBezTo>
                <a:cubicBezTo>
                  <a:pt x="214264" y="3418389"/>
                  <a:pt x="127454" y="3862085"/>
                  <a:pt x="94659" y="4178460"/>
                </a:cubicBezTo>
                <a:cubicBezTo>
                  <a:pt x="61864" y="4494835"/>
                  <a:pt x="-13372" y="4801564"/>
                  <a:pt x="2061" y="4988688"/>
                </a:cubicBezTo>
                <a:cubicBezTo>
                  <a:pt x="17494" y="5175812"/>
                  <a:pt x="164107" y="5212466"/>
                  <a:pt x="187256" y="5301205"/>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 name="Forme libre : forme 6">
            <a:extLst>
              <a:ext uri="{FF2B5EF4-FFF2-40B4-BE49-F238E27FC236}">
                <a16:creationId xmlns:a16="http://schemas.microsoft.com/office/drawing/2014/main" id="{F6C5F665-3B47-2D33-CA96-CE442B8FAE2D}"/>
              </a:ext>
            </a:extLst>
          </p:cNvPr>
          <p:cNvSpPr/>
          <p:nvPr/>
        </p:nvSpPr>
        <p:spPr>
          <a:xfrm>
            <a:off x="11551689" y="-72351"/>
            <a:ext cx="385263" cy="6886937"/>
          </a:xfrm>
          <a:custGeom>
            <a:avLst/>
            <a:gdLst>
              <a:gd name="connsiteX0" fmla="*/ 28484 w 385263"/>
              <a:gd name="connsiteY0" fmla="*/ 0 h 6886937"/>
              <a:gd name="connsiteX1" fmla="*/ 144231 w 385263"/>
              <a:gd name="connsiteY1" fmla="*/ 567159 h 6886937"/>
              <a:gd name="connsiteX2" fmla="*/ 5335 w 385263"/>
              <a:gd name="connsiteY2" fmla="*/ 1377387 h 6886937"/>
              <a:gd name="connsiteX3" fmla="*/ 63208 w 385263"/>
              <a:gd name="connsiteY3" fmla="*/ 2002420 h 6886937"/>
              <a:gd name="connsiteX4" fmla="*/ 375724 w 385263"/>
              <a:gd name="connsiteY4" fmla="*/ 3333509 h 6886937"/>
              <a:gd name="connsiteX5" fmla="*/ 283127 w 385263"/>
              <a:gd name="connsiteY5" fmla="*/ 4641448 h 6886937"/>
              <a:gd name="connsiteX6" fmla="*/ 63208 w 385263"/>
              <a:gd name="connsiteY6" fmla="*/ 5683170 h 6886937"/>
              <a:gd name="connsiteX7" fmla="*/ 155805 w 385263"/>
              <a:gd name="connsiteY7" fmla="*/ 6886937 h 68869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5263" h="6886937">
                <a:moveTo>
                  <a:pt x="28484" y="0"/>
                </a:moveTo>
                <a:cubicBezTo>
                  <a:pt x="88286" y="168797"/>
                  <a:pt x="148089" y="337595"/>
                  <a:pt x="144231" y="567159"/>
                </a:cubicBezTo>
                <a:cubicBezTo>
                  <a:pt x="140373" y="796723"/>
                  <a:pt x="18839" y="1138177"/>
                  <a:pt x="5335" y="1377387"/>
                </a:cubicBezTo>
                <a:cubicBezTo>
                  <a:pt x="-8169" y="1616597"/>
                  <a:pt x="1476" y="1676400"/>
                  <a:pt x="63208" y="2002420"/>
                </a:cubicBezTo>
                <a:cubicBezTo>
                  <a:pt x="124940" y="2328440"/>
                  <a:pt x="339071" y="2893671"/>
                  <a:pt x="375724" y="3333509"/>
                </a:cubicBezTo>
                <a:cubicBezTo>
                  <a:pt x="412377" y="3773347"/>
                  <a:pt x="335213" y="4249838"/>
                  <a:pt x="283127" y="4641448"/>
                </a:cubicBezTo>
                <a:cubicBezTo>
                  <a:pt x="231041" y="5033058"/>
                  <a:pt x="84428" y="5308922"/>
                  <a:pt x="63208" y="5683170"/>
                </a:cubicBezTo>
                <a:cubicBezTo>
                  <a:pt x="41988" y="6057418"/>
                  <a:pt x="142301" y="6694026"/>
                  <a:pt x="155805" y="6886937"/>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Forme libre : forme 7">
            <a:extLst>
              <a:ext uri="{FF2B5EF4-FFF2-40B4-BE49-F238E27FC236}">
                <a16:creationId xmlns:a16="http://schemas.microsoft.com/office/drawing/2014/main" id="{93F3BCA7-53A1-0F33-8B20-F91FABD04DC5}"/>
              </a:ext>
            </a:extLst>
          </p:cNvPr>
          <p:cNvSpPr/>
          <p:nvPr/>
        </p:nvSpPr>
        <p:spPr>
          <a:xfrm>
            <a:off x="11431882" y="0"/>
            <a:ext cx="455609" cy="6840638"/>
          </a:xfrm>
          <a:custGeom>
            <a:avLst/>
            <a:gdLst>
              <a:gd name="connsiteX0" fmla="*/ 291238 w 455609"/>
              <a:gd name="connsiteY0" fmla="*/ 0 h 6840638"/>
              <a:gd name="connsiteX1" fmla="*/ 1871 w 455609"/>
              <a:gd name="connsiteY1" fmla="*/ 636607 h 6840638"/>
              <a:gd name="connsiteX2" fmla="*/ 163917 w 455609"/>
              <a:gd name="connsiteY2" fmla="*/ 1898248 h 6840638"/>
              <a:gd name="connsiteX3" fmla="*/ 106043 w 455609"/>
              <a:gd name="connsiteY3" fmla="*/ 3044141 h 6840638"/>
              <a:gd name="connsiteX4" fmla="*/ 453284 w 455609"/>
              <a:gd name="connsiteY4" fmla="*/ 4942390 h 6840638"/>
              <a:gd name="connsiteX5" fmla="*/ 256514 w 455609"/>
              <a:gd name="connsiteY5" fmla="*/ 6123007 h 6840638"/>
              <a:gd name="connsiteX6" fmla="*/ 233365 w 455609"/>
              <a:gd name="connsiteY6" fmla="*/ 6840638 h 68406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55609" h="6840638">
                <a:moveTo>
                  <a:pt x="291238" y="0"/>
                </a:moveTo>
                <a:cubicBezTo>
                  <a:pt x="157164" y="160116"/>
                  <a:pt x="23091" y="320232"/>
                  <a:pt x="1871" y="636607"/>
                </a:cubicBezTo>
                <a:cubicBezTo>
                  <a:pt x="-19349" y="952982"/>
                  <a:pt x="146555" y="1496992"/>
                  <a:pt x="163917" y="1898248"/>
                </a:cubicBezTo>
                <a:cubicBezTo>
                  <a:pt x="181279" y="2299504"/>
                  <a:pt x="57815" y="2536784"/>
                  <a:pt x="106043" y="3044141"/>
                </a:cubicBezTo>
                <a:cubicBezTo>
                  <a:pt x="154271" y="3551498"/>
                  <a:pt x="428206" y="4429246"/>
                  <a:pt x="453284" y="4942390"/>
                </a:cubicBezTo>
                <a:cubicBezTo>
                  <a:pt x="478362" y="5455534"/>
                  <a:pt x="293167" y="5806632"/>
                  <a:pt x="256514" y="6123007"/>
                </a:cubicBezTo>
                <a:cubicBezTo>
                  <a:pt x="219861" y="6439382"/>
                  <a:pt x="252656" y="6618790"/>
                  <a:pt x="233365" y="6840638"/>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Forme libre : forme 8">
            <a:extLst>
              <a:ext uri="{FF2B5EF4-FFF2-40B4-BE49-F238E27FC236}">
                <a16:creationId xmlns:a16="http://schemas.microsoft.com/office/drawing/2014/main" id="{98084A48-E4A3-2558-FA8A-160503372BC9}"/>
              </a:ext>
            </a:extLst>
          </p:cNvPr>
          <p:cNvSpPr/>
          <p:nvPr/>
        </p:nvSpPr>
        <p:spPr>
          <a:xfrm>
            <a:off x="11744282" y="0"/>
            <a:ext cx="335880" cy="6840638"/>
          </a:xfrm>
          <a:custGeom>
            <a:avLst/>
            <a:gdLst>
              <a:gd name="connsiteX0" fmla="*/ 220133 w 335880"/>
              <a:gd name="connsiteY0" fmla="*/ 0 h 6840638"/>
              <a:gd name="connsiteX1" fmla="*/ 81237 w 335880"/>
              <a:gd name="connsiteY1" fmla="*/ 1053297 h 6840638"/>
              <a:gd name="connsiteX2" fmla="*/ 208558 w 335880"/>
              <a:gd name="connsiteY2" fmla="*/ 2754775 h 6840638"/>
              <a:gd name="connsiteX3" fmla="*/ 214 w 335880"/>
              <a:gd name="connsiteY3" fmla="*/ 3565003 h 6840638"/>
              <a:gd name="connsiteX4" fmla="*/ 254857 w 335880"/>
              <a:gd name="connsiteY4" fmla="*/ 5162309 h 6840638"/>
              <a:gd name="connsiteX5" fmla="*/ 335880 w 335880"/>
              <a:gd name="connsiteY5" fmla="*/ 6840638 h 68406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35880" h="6840638">
                <a:moveTo>
                  <a:pt x="220133" y="0"/>
                </a:moveTo>
                <a:cubicBezTo>
                  <a:pt x="151649" y="297084"/>
                  <a:pt x="83166" y="594168"/>
                  <a:pt x="81237" y="1053297"/>
                </a:cubicBezTo>
                <a:cubicBezTo>
                  <a:pt x="79308" y="1512426"/>
                  <a:pt x="222062" y="2336157"/>
                  <a:pt x="208558" y="2754775"/>
                </a:cubicBezTo>
                <a:cubicBezTo>
                  <a:pt x="195054" y="3173393"/>
                  <a:pt x="-7502" y="3163747"/>
                  <a:pt x="214" y="3565003"/>
                </a:cubicBezTo>
                <a:cubicBezTo>
                  <a:pt x="7930" y="3966259"/>
                  <a:pt x="198913" y="4616370"/>
                  <a:pt x="254857" y="5162309"/>
                </a:cubicBezTo>
                <a:cubicBezTo>
                  <a:pt x="310801" y="5708248"/>
                  <a:pt x="299227" y="6456744"/>
                  <a:pt x="335880" y="6840638"/>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aphicFrame>
        <p:nvGraphicFramePr>
          <p:cNvPr id="11" name="Graphique 10">
            <a:extLst>
              <a:ext uri="{FF2B5EF4-FFF2-40B4-BE49-F238E27FC236}">
                <a16:creationId xmlns:a16="http://schemas.microsoft.com/office/drawing/2014/main" id="{DF4F00B4-C143-9347-E7D0-0A63FE909511}"/>
              </a:ext>
            </a:extLst>
          </p:cNvPr>
          <p:cNvGraphicFramePr/>
          <p:nvPr>
            <p:extLst>
              <p:ext uri="{D42A27DB-BD31-4B8C-83A1-F6EECF244321}">
                <p14:modId xmlns:p14="http://schemas.microsoft.com/office/powerpoint/2010/main" val="3693883845"/>
              </p:ext>
            </p:extLst>
          </p:nvPr>
        </p:nvGraphicFramePr>
        <p:xfrm>
          <a:off x="911596" y="1132098"/>
          <a:ext cx="10377076" cy="5418667"/>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428295196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600">
        <p159:morph option="byObject"/>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367608-D80D-730D-7620-547CEB21960A}"/>
            </a:ext>
          </a:extLst>
        </p:cNvPr>
        <p:cNvGrpSpPr/>
        <p:nvPr/>
      </p:nvGrpSpPr>
      <p:grpSpPr>
        <a:xfrm>
          <a:off x="0" y="0"/>
          <a:ext cx="0" cy="0"/>
          <a:chOff x="0" y="0"/>
          <a:chExt cx="0" cy="0"/>
        </a:xfrm>
      </p:grpSpPr>
      <p:sp>
        <p:nvSpPr>
          <p:cNvPr id="13" name="Freeform: Shape 12">
            <a:extLst>
              <a:ext uri="{FF2B5EF4-FFF2-40B4-BE49-F238E27FC236}">
                <a16:creationId xmlns:a16="http://schemas.microsoft.com/office/drawing/2014/main" id="{F23723FD-4E64-49F2-B4F0-C904C421E1D4}"/>
              </a:ext>
            </a:extLst>
          </p:cNvPr>
          <p:cNvSpPr/>
          <p:nvPr/>
        </p:nvSpPr>
        <p:spPr>
          <a:xfrm rot="10800000">
            <a:off x="303282" y="152400"/>
            <a:ext cx="687317" cy="538678"/>
          </a:xfrm>
          <a:custGeom>
            <a:avLst/>
            <a:gdLst>
              <a:gd name="connsiteX0" fmla="*/ 9526 w 3470338"/>
              <a:gd name="connsiteY0" fmla="*/ 0 h 6346429"/>
              <a:gd name="connsiteX1" fmla="*/ 3470338 w 3470338"/>
              <a:gd name="connsiteY1" fmla="*/ 0 h 6346429"/>
              <a:gd name="connsiteX2" fmla="*/ 3470338 w 3470338"/>
              <a:gd name="connsiteY2" fmla="*/ 6346429 h 6346429"/>
              <a:gd name="connsiteX3" fmla="*/ 9526 w 3470338"/>
              <a:gd name="connsiteY3" fmla="*/ 6346429 h 6346429"/>
              <a:gd name="connsiteX4" fmla="*/ 7830 w 3470338"/>
              <a:gd name="connsiteY4" fmla="*/ 5754489 h 6346429"/>
              <a:gd name="connsiteX5" fmla="*/ 1066800 w 3470338"/>
              <a:gd name="connsiteY5" fmla="*/ 5754489 h 6346429"/>
              <a:gd name="connsiteX6" fmla="*/ 1066800 w 3470338"/>
              <a:gd name="connsiteY6" fmla="*/ 3173214 h 6346429"/>
              <a:gd name="connsiteX7" fmla="*/ 437 w 3470338"/>
              <a:gd name="connsiteY7" fmla="*/ 3173214 h 6346429"/>
              <a:gd name="connsiteX8" fmla="*/ 0 w 3470338"/>
              <a:gd name="connsiteY8" fmla="*/ 3020814 h 6346429"/>
              <a:gd name="connsiteX9" fmla="*/ 9526 w 3470338"/>
              <a:gd name="connsiteY9" fmla="*/ 0 h 6346429"/>
              <a:gd name="connsiteX0" fmla="*/ 9526 w 3470338"/>
              <a:gd name="connsiteY0" fmla="*/ 0 h 6346429"/>
              <a:gd name="connsiteX1" fmla="*/ 3470338 w 3470338"/>
              <a:gd name="connsiteY1" fmla="*/ 0 h 6346429"/>
              <a:gd name="connsiteX2" fmla="*/ 3470338 w 3470338"/>
              <a:gd name="connsiteY2" fmla="*/ 6346429 h 6346429"/>
              <a:gd name="connsiteX3" fmla="*/ 9526 w 3470338"/>
              <a:gd name="connsiteY3" fmla="*/ 6346429 h 6346429"/>
              <a:gd name="connsiteX4" fmla="*/ 7830 w 3470338"/>
              <a:gd name="connsiteY4" fmla="*/ 5754489 h 6346429"/>
              <a:gd name="connsiteX5" fmla="*/ 1066800 w 3470338"/>
              <a:gd name="connsiteY5" fmla="*/ 5754489 h 6346429"/>
              <a:gd name="connsiteX6" fmla="*/ 437 w 3470338"/>
              <a:gd name="connsiteY6" fmla="*/ 3173214 h 6346429"/>
              <a:gd name="connsiteX7" fmla="*/ 0 w 3470338"/>
              <a:gd name="connsiteY7" fmla="*/ 3020814 h 6346429"/>
              <a:gd name="connsiteX8" fmla="*/ 9526 w 3470338"/>
              <a:gd name="connsiteY8" fmla="*/ 0 h 6346429"/>
              <a:gd name="connsiteX0" fmla="*/ 1066800 w 3470338"/>
              <a:gd name="connsiteY0" fmla="*/ 5754489 h 6346429"/>
              <a:gd name="connsiteX1" fmla="*/ 437 w 3470338"/>
              <a:gd name="connsiteY1" fmla="*/ 3173214 h 6346429"/>
              <a:gd name="connsiteX2" fmla="*/ 0 w 3470338"/>
              <a:gd name="connsiteY2" fmla="*/ 3020814 h 6346429"/>
              <a:gd name="connsiteX3" fmla="*/ 9526 w 3470338"/>
              <a:gd name="connsiteY3" fmla="*/ 0 h 6346429"/>
              <a:gd name="connsiteX4" fmla="*/ 3470338 w 3470338"/>
              <a:gd name="connsiteY4" fmla="*/ 0 h 6346429"/>
              <a:gd name="connsiteX5" fmla="*/ 3470338 w 3470338"/>
              <a:gd name="connsiteY5" fmla="*/ 6346429 h 6346429"/>
              <a:gd name="connsiteX6" fmla="*/ 9526 w 3470338"/>
              <a:gd name="connsiteY6" fmla="*/ 6346429 h 6346429"/>
              <a:gd name="connsiteX7" fmla="*/ 7830 w 3470338"/>
              <a:gd name="connsiteY7" fmla="*/ 5754489 h 6346429"/>
              <a:gd name="connsiteX8" fmla="*/ 1158240 w 3470338"/>
              <a:gd name="connsiteY8" fmla="*/ 5845929 h 6346429"/>
              <a:gd name="connsiteX0" fmla="*/ 437 w 3470338"/>
              <a:gd name="connsiteY0" fmla="*/ 3173214 h 6346429"/>
              <a:gd name="connsiteX1" fmla="*/ 0 w 3470338"/>
              <a:gd name="connsiteY1" fmla="*/ 3020814 h 6346429"/>
              <a:gd name="connsiteX2" fmla="*/ 9526 w 3470338"/>
              <a:gd name="connsiteY2" fmla="*/ 0 h 6346429"/>
              <a:gd name="connsiteX3" fmla="*/ 3470338 w 3470338"/>
              <a:gd name="connsiteY3" fmla="*/ 0 h 6346429"/>
              <a:gd name="connsiteX4" fmla="*/ 3470338 w 3470338"/>
              <a:gd name="connsiteY4" fmla="*/ 6346429 h 6346429"/>
              <a:gd name="connsiteX5" fmla="*/ 9526 w 3470338"/>
              <a:gd name="connsiteY5" fmla="*/ 6346429 h 6346429"/>
              <a:gd name="connsiteX6" fmla="*/ 7830 w 3470338"/>
              <a:gd name="connsiteY6" fmla="*/ 5754489 h 6346429"/>
              <a:gd name="connsiteX7" fmla="*/ 1158240 w 3470338"/>
              <a:gd name="connsiteY7" fmla="*/ 5845929 h 6346429"/>
              <a:gd name="connsiteX0" fmla="*/ 437 w 3470338"/>
              <a:gd name="connsiteY0" fmla="*/ 3173214 h 6346429"/>
              <a:gd name="connsiteX1" fmla="*/ 0 w 3470338"/>
              <a:gd name="connsiteY1" fmla="*/ 3020814 h 6346429"/>
              <a:gd name="connsiteX2" fmla="*/ 9526 w 3470338"/>
              <a:gd name="connsiteY2" fmla="*/ 0 h 6346429"/>
              <a:gd name="connsiteX3" fmla="*/ 3470338 w 3470338"/>
              <a:gd name="connsiteY3" fmla="*/ 0 h 6346429"/>
              <a:gd name="connsiteX4" fmla="*/ 3470338 w 3470338"/>
              <a:gd name="connsiteY4" fmla="*/ 6346429 h 6346429"/>
              <a:gd name="connsiteX5" fmla="*/ 9526 w 3470338"/>
              <a:gd name="connsiteY5" fmla="*/ 6346429 h 6346429"/>
              <a:gd name="connsiteX6" fmla="*/ 7830 w 3470338"/>
              <a:gd name="connsiteY6" fmla="*/ 5754489 h 63464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470338" h="6346429">
                <a:moveTo>
                  <a:pt x="437" y="3173214"/>
                </a:moveTo>
                <a:cubicBezTo>
                  <a:pt x="291" y="3122414"/>
                  <a:pt x="146" y="3071614"/>
                  <a:pt x="0" y="3020814"/>
                </a:cubicBezTo>
                <a:cubicBezTo>
                  <a:pt x="3175" y="2013876"/>
                  <a:pt x="6351" y="1006938"/>
                  <a:pt x="9526" y="0"/>
                </a:cubicBezTo>
                <a:lnTo>
                  <a:pt x="3470338" y="0"/>
                </a:lnTo>
                <a:lnTo>
                  <a:pt x="3470338" y="6346429"/>
                </a:lnTo>
                <a:lnTo>
                  <a:pt x="9526" y="6346429"/>
                </a:lnTo>
                <a:cubicBezTo>
                  <a:pt x="8961" y="6149116"/>
                  <a:pt x="8395" y="5951802"/>
                  <a:pt x="7830" y="5754489"/>
                </a:cubicBezTo>
              </a:path>
            </a:pathLst>
          </a:custGeom>
          <a:noFill/>
          <a:ln w="28575">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Light"/>
              <a:ea typeface="+mn-ea"/>
              <a:cs typeface="+mn-cs"/>
            </a:endParaRPr>
          </a:p>
        </p:txBody>
      </p:sp>
      <p:sp>
        <p:nvSpPr>
          <p:cNvPr id="17" name="Rectangle 16">
            <a:extLst>
              <a:ext uri="{FF2B5EF4-FFF2-40B4-BE49-F238E27FC236}">
                <a16:creationId xmlns:a16="http://schemas.microsoft.com/office/drawing/2014/main" id="{A70937D9-5421-A4EE-8E08-47C345540F91}"/>
              </a:ext>
            </a:extLst>
          </p:cNvPr>
          <p:cNvSpPr/>
          <p:nvPr/>
        </p:nvSpPr>
        <p:spPr>
          <a:xfrm>
            <a:off x="0" y="6375400"/>
            <a:ext cx="800100" cy="330200"/>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fld id="{8EE4A758-C4C8-4DAE-BDEE-609B1B8EFD29}" type="slidenum">
              <a:rPr kumimoji="0" lang="en-US" sz="1000" b="0" i="0" u="none" strike="noStrike" kern="1200" cap="none" spc="0" normalizeH="0" baseline="0" noProof="0" smtClean="0">
                <a:ln>
                  <a:noFill/>
                </a:ln>
                <a:solidFill>
                  <a:prstClr val="white"/>
                </a:solidFill>
                <a:effectLst/>
                <a:uLnTx/>
                <a:uFillTx/>
                <a:latin typeface="Calibri Light"/>
                <a:ea typeface="+mn-ea"/>
                <a:cs typeface="+mn-cs"/>
              </a:rPr>
              <a:t>10</a:t>
            </a:fld>
            <a:endParaRPr kumimoji="0" lang="en-US" sz="1000" b="0" i="0" u="none" strike="noStrike" kern="1200" cap="none" spc="0" normalizeH="0" baseline="0" noProof="0" dirty="0">
              <a:ln>
                <a:noFill/>
              </a:ln>
              <a:solidFill>
                <a:prstClr val="white"/>
              </a:solidFill>
              <a:effectLst/>
              <a:uLnTx/>
              <a:uFillTx/>
              <a:latin typeface="Calibri Light"/>
              <a:ea typeface="+mn-ea"/>
              <a:cs typeface="+mn-cs"/>
            </a:endParaRPr>
          </a:p>
        </p:txBody>
      </p:sp>
      <p:sp>
        <p:nvSpPr>
          <p:cNvPr id="10" name="TextBox 9">
            <a:extLst>
              <a:ext uri="{FF2B5EF4-FFF2-40B4-BE49-F238E27FC236}">
                <a16:creationId xmlns:a16="http://schemas.microsoft.com/office/drawing/2014/main" id="{CE7006F3-9124-3CD8-D3DB-1571C86E915D}"/>
              </a:ext>
            </a:extLst>
          </p:cNvPr>
          <p:cNvSpPr txBox="1"/>
          <p:nvPr/>
        </p:nvSpPr>
        <p:spPr>
          <a:xfrm>
            <a:off x="1185732" y="190905"/>
            <a:ext cx="6829425" cy="492443"/>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dirty="0">
                <a:ln>
                  <a:noFill/>
                </a:ln>
                <a:solidFill>
                  <a:prstClr val="black">
                    <a:lumMod val="75000"/>
                    <a:lumOff val="25000"/>
                  </a:prstClr>
                </a:solidFill>
                <a:effectLst/>
                <a:uLnTx/>
                <a:uFillTx/>
                <a:latin typeface="Bahnschrift SemiBold Condensed" panose="020B0502040204020203" pitchFamily="34" charset="0"/>
                <a:ea typeface="+mn-ea"/>
                <a:cs typeface="+mn-cs"/>
              </a:rPr>
              <a:t>COLLECTE ET PRÉPARATION DES DONNÉES</a:t>
            </a:r>
          </a:p>
        </p:txBody>
      </p:sp>
      <p:sp>
        <p:nvSpPr>
          <p:cNvPr id="2" name="ZoneTexte 1">
            <a:extLst>
              <a:ext uri="{FF2B5EF4-FFF2-40B4-BE49-F238E27FC236}">
                <a16:creationId xmlns:a16="http://schemas.microsoft.com/office/drawing/2014/main" id="{47A0DC67-0072-84AB-1EE2-8ED65371F9BB}"/>
              </a:ext>
            </a:extLst>
          </p:cNvPr>
          <p:cNvSpPr txBox="1"/>
          <p:nvPr/>
        </p:nvSpPr>
        <p:spPr>
          <a:xfrm>
            <a:off x="423962" y="206293"/>
            <a:ext cx="487634"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2400" b="1" i="0" u="none" strike="noStrike" kern="1200" cap="none" spc="0" normalizeH="0" baseline="0" noProof="0" dirty="0">
                <a:ln>
                  <a:noFill/>
                </a:ln>
                <a:solidFill>
                  <a:schemeClr val="accent5">
                    <a:lumMod val="75000"/>
                  </a:schemeClr>
                </a:solidFill>
                <a:effectLst/>
                <a:uLnTx/>
                <a:uFillTx/>
                <a:latin typeface="Bahnschrift SemiBold Condensed" panose="020B0502040204020203" pitchFamily="34" charset="0"/>
                <a:ea typeface="+mn-ea"/>
                <a:cs typeface="+mn-cs"/>
              </a:rPr>
              <a:t>02.</a:t>
            </a:r>
          </a:p>
        </p:txBody>
      </p:sp>
      <p:sp>
        <p:nvSpPr>
          <p:cNvPr id="14" name="ZoneTexte 13">
            <a:extLst>
              <a:ext uri="{FF2B5EF4-FFF2-40B4-BE49-F238E27FC236}">
                <a16:creationId xmlns:a16="http://schemas.microsoft.com/office/drawing/2014/main" id="{8708102E-4A08-8DFA-2242-7F334EFC3F02}"/>
              </a:ext>
            </a:extLst>
          </p:cNvPr>
          <p:cNvSpPr txBox="1"/>
          <p:nvPr/>
        </p:nvSpPr>
        <p:spPr>
          <a:xfrm>
            <a:off x="1105125" y="631924"/>
            <a:ext cx="6154918" cy="400110"/>
          </a:xfrm>
          <a:prstGeom prst="rect">
            <a:avLst/>
          </a:prstGeom>
          <a:noFill/>
        </p:spPr>
        <p:txBody>
          <a:bodyPr wrap="square" rtlCol="0">
            <a:spAutoFit/>
          </a:bodyPr>
          <a:lstStyle/>
          <a:p>
            <a:r>
              <a:rPr lang="fr-FR" sz="2000" dirty="0">
                <a:solidFill>
                  <a:schemeClr val="accent5">
                    <a:lumMod val="75000"/>
                  </a:schemeClr>
                </a:solidFill>
                <a:latin typeface="Bahnschrift SemiLight Condensed" panose="020B0502040204020203" pitchFamily="34" charset="0"/>
                <a:cs typeface="Calibri" panose="020F0502020204030204" pitchFamily="34" charset="0"/>
              </a:rPr>
              <a:t>NETTOYAGE ET PRÉPARATION DE DONNÉES</a:t>
            </a:r>
          </a:p>
        </p:txBody>
      </p:sp>
      <p:sp>
        <p:nvSpPr>
          <p:cNvPr id="3" name="Forme libre : forme 2">
            <a:extLst>
              <a:ext uri="{FF2B5EF4-FFF2-40B4-BE49-F238E27FC236}">
                <a16:creationId xmlns:a16="http://schemas.microsoft.com/office/drawing/2014/main" id="{8ECCD9F1-292D-264B-79D4-7F35A4B7B196}"/>
              </a:ext>
            </a:extLst>
          </p:cNvPr>
          <p:cNvSpPr/>
          <p:nvPr/>
        </p:nvSpPr>
        <p:spPr>
          <a:xfrm>
            <a:off x="264172" y="1074195"/>
            <a:ext cx="200651" cy="5301205"/>
          </a:xfrm>
          <a:custGeom>
            <a:avLst/>
            <a:gdLst>
              <a:gd name="connsiteX0" fmla="*/ 13636 w 200651"/>
              <a:gd name="connsiteY0" fmla="*/ 0 h 5301205"/>
              <a:gd name="connsiteX1" fmla="*/ 175681 w 200651"/>
              <a:gd name="connsiteY1" fmla="*/ 1134319 h 5301205"/>
              <a:gd name="connsiteX2" fmla="*/ 2061 w 200651"/>
              <a:gd name="connsiteY2" fmla="*/ 2210764 h 5301205"/>
              <a:gd name="connsiteX3" fmla="*/ 198831 w 200651"/>
              <a:gd name="connsiteY3" fmla="*/ 3090440 h 5301205"/>
              <a:gd name="connsiteX4" fmla="*/ 94659 w 200651"/>
              <a:gd name="connsiteY4" fmla="*/ 4178460 h 5301205"/>
              <a:gd name="connsiteX5" fmla="*/ 2061 w 200651"/>
              <a:gd name="connsiteY5" fmla="*/ 4988688 h 5301205"/>
              <a:gd name="connsiteX6" fmla="*/ 187256 w 200651"/>
              <a:gd name="connsiteY6" fmla="*/ 5301205 h 53012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00651" h="5301205">
                <a:moveTo>
                  <a:pt x="13636" y="0"/>
                </a:moveTo>
                <a:cubicBezTo>
                  <a:pt x="95623" y="382929"/>
                  <a:pt x="177610" y="765858"/>
                  <a:pt x="175681" y="1134319"/>
                </a:cubicBezTo>
                <a:cubicBezTo>
                  <a:pt x="173752" y="1502780"/>
                  <a:pt x="-1797" y="1884744"/>
                  <a:pt x="2061" y="2210764"/>
                </a:cubicBezTo>
                <a:cubicBezTo>
                  <a:pt x="5919" y="2536784"/>
                  <a:pt x="183398" y="2762491"/>
                  <a:pt x="198831" y="3090440"/>
                </a:cubicBezTo>
                <a:cubicBezTo>
                  <a:pt x="214264" y="3418389"/>
                  <a:pt x="127454" y="3862085"/>
                  <a:pt x="94659" y="4178460"/>
                </a:cubicBezTo>
                <a:cubicBezTo>
                  <a:pt x="61864" y="4494835"/>
                  <a:pt x="-13372" y="4801564"/>
                  <a:pt x="2061" y="4988688"/>
                </a:cubicBezTo>
                <a:cubicBezTo>
                  <a:pt x="17494" y="5175812"/>
                  <a:pt x="164107" y="5212466"/>
                  <a:pt x="187256" y="5301205"/>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 name="Forme libre : forme 6">
            <a:extLst>
              <a:ext uri="{FF2B5EF4-FFF2-40B4-BE49-F238E27FC236}">
                <a16:creationId xmlns:a16="http://schemas.microsoft.com/office/drawing/2014/main" id="{3C73586A-B7CE-D9FD-7826-19A8661DB423}"/>
              </a:ext>
            </a:extLst>
          </p:cNvPr>
          <p:cNvSpPr/>
          <p:nvPr/>
        </p:nvSpPr>
        <p:spPr>
          <a:xfrm>
            <a:off x="11551689" y="-72351"/>
            <a:ext cx="385263" cy="6886937"/>
          </a:xfrm>
          <a:custGeom>
            <a:avLst/>
            <a:gdLst>
              <a:gd name="connsiteX0" fmla="*/ 28484 w 385263"/>
              <a:gd name="connsiteY0" fmla="*/ 0 h 6886937"/>
              <a:gd name="connsiteX1" fmla="*/ 144231 w 385263"/>
              <a:gd name="connsiteY1" fmla="*/ 567159 h 6886937"/>
              <a:gd name="connsiteX2" fmla="*/ 5335 w 385263"/>
              <a:gd name="connsiteY2" fmla="*/ 1377387 h 6886937"/>
              <a:gd name="connsiteX3" fmla="*/ 63208 w 385263"/>
              <a:gd name="connsiteY3" fmla="*/ 2002420 h 6886937"/>
              <a:gd name="connsiteX4" fmla="*/ 375724 w 385263"/>
              <a:gd name="connsiteY4" fmla="*/ 3333509 h 6886937"/>
              <a:gd name="connsiteX5" fmla="*/ 283127 w 385263"/>
              <a:gd name="connsiteY5" fmla="*/ 4641448 h 6886937"/>
              <a:gd name="connsiteX6" fmla="*/ 63208 w 385263"/>
              <a:gd name="connsiteY6" fmla="*/ 5683170 h 6886937"/>
              <a:gd name="connsiteX7" fmla="*/ 155805 w 385263"/>
              <a:gd name="connsiteY7" fmla="*/ 6886937 h 68869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5263" h="6886937">
                <a:moveTo>
                  <a:pt x="28484" y="0"/>
                </a:moveTo>
                <a:cubicBezTo>
                  <a:pt x="88286" y="168797"/>
                  <a:pt x="148089" y="337595"/>
                  <a:pt x="144231" y="567159"/>
                </a:cubicBezTo>
                <a:cubicBezTo>
                  <a:pt x="140373" y="796723"/>
                  <a:pt x="18839" y="1138177"/>
                  <a:pt x="5335" y="1377387"/>
                </a:cubicBezTo>
                <a:cubicBezTo>
                  <a:pt x="-8169" y="1616597"/>
                  <a:pt x="1476" y="1676400"/>
                  <a:pt x="63208" y="2002420"/>
                </a:cubicBezTo>
                <a:cubicBezTo>
                  <a:pt x="124940" y="2328440"/>
                  <a:pt x="339071" y="2893671"/>
                  <a:pt x="375724" y="3333509"/>
                </a:cubicBezTo>
                <a:cubicBezTo>
                  <a:pt x="412377" y="3773347"/>
                  <a:pt x="335213" y="4249838"/>
                  <a:pt x="283127" y="4641448"/>
                </a:cubicBezTo>
                <a:cubicBezTo>
                  <a:pt x="231041" y="5033058"/>
                  <a:pt x="84428" y="5308922"/>
                  <a:pt x="63208" y="5683170"/>
                </a:cubicBezTo>
                <a:cubicBezTo>
                  <a:pt x="41988" y="6057418"/>
                  <a:pt x="142301" y="6694026"/>
                  <a:pt x="155805" y="6886937"/>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Forme libre : forme 7">
            <a:extLst>
              <a:ext uri="{FF2B5EF4-FFF2-40B4-BE49-F238E27FC236}">
                <a16:creationId xmlns:a16="http://schemas.microsoft.com/office/drawing/2014/main" id="{E1E6E251-AD59-296F-D120-0F8356D2266A}"/>
              </a:ext>
            </a:extLst>
          </p:cNvPr>
          <p:cNvSpPr/>
          <p:nvPr/>
        </p:nvSpPr>
        <p:spPr>
          <a:xfrm>
            <a:off x="11431882" y="0"/>
            <a:ext cx="455609" cy="6840638"/>
          </a:xfrm>
          <a:custGeom>
            <a:avLst/>
            <a:gdLst>
              <a:gd name="connsiteX0" fmla="*/ 291238 w 455609"/>
              <a:gd name="connsiteY0" fmla="*/ 0 h 6840638"/>
              <a:gd name="connsiteX1" fmla="*/ 1871 w 455609"/>
              <a:gd name="connsiteY1" fmla="*/ 636607 h 6840638"/>
              <a:gd name="connsiteX2" fmla="*/ 163917 w 455609"/>
              <a:gd name="connsiteY2" fmla="*/ 1898248 h 6840638"/>
              <a:gd name="connsiteX3" fmla="*/ 106043 w 455609"/>
              <a:gd name="connsiteY3" fmla="*/ 3044141 h 6840638"/>
              <a:gd name="connsiteX4" fmla="*/ 453284 w 455609"/>
              <a:gd name="connsiteY4" fmla="*/ 4942390 h 6840638"/>
              <a:gd name="connsiteX5" fmla="*/ 256514 w 455609"/>
              <a:gd name="connsiteY5" fmla="*/ 6123007 h 6840638"/>
              <a:gd name="connsiteX6" fmla="*/ 233365 w 455609"/>
              <a:gd name="connsiteY6" fmla="*/ 6840638 h 68406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55609" h="6840638">
                <a:moveTo>
                  <a:pt x="291238" y="0"/>
                </a:moveTo>
                <a:cubicBezTo>
                  <a:pt x="157164" y="160116"/>
                  <a:pt x="23091" y="320232"/>
                  <a:pt x="1871" y="636607"/>
                </a:cubicBezTo>
                <a:cubicBezTo>
                  <a:pt x="-19349" y="952982"/>
                  <a:pt x="146555" y="1496992"/>
                  <a:pt x="163917" y="1898248"/>
                </a:cubicBezTo>
                <a:cubicBezTo>
                  <a:pt x="181279" y="2299504"/>
                  <a:pt x="57815" y="2536784"/>
                  <a:pt x="106043" y="3044141"/>
                </a:cubicBezTo>
                <a:cubicBezTo>
                  <a:pt x="154271" y="3551498"/>
                  <a:pt x="428206" y="4429246"/>
                  <a:pt x="453284" y="4942390"/>
                </a:cubicBezTo>
                <a:cubicBezTo>
                  <a:pt x="478362" y="5455534"/>
                  <a:pt x="293167" y="5806632"/>
                  <a:pt x="256514" y="6123007"/>
                </a:cubicBezTo>
                <a:cubicBezTo>
                  <a:pt x="219861" y="6439382"/>
                  <a:pt x="252656" y="6618790"/>
                  <a:pt x="233365" y="6840638"/>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Forme libre : forme 8">
            <a:extLst>
              <a:ext uri="{FF2B5EF4-FFF2-40B4-BE49-F238E27FC236}">
                <a16:creationId xmlns:a16="http://schemas.microsoft.com/office/drawing/2014/main" id="{6468238F-FC20-B7D8-243B-9A3ED8A66D98}"/>
              </a:ext>
            </a:extLst>
          </p:cNvPr>
          <p:cNvSpPr/>
          <p:nvPr/>
        </p:nvSpPr>
        <p:spPr>
          <a:xfrm>
            <a:off x="11744282" y="0"/>
            <a:ext cx="335880" cy="6840638"/>
          </a:xfrm>
          <a:custGeom>
            <a:avLst/>
            <a:gdLst>
              <a:gd name="connsiteX0" fmla="*/ 220133 w 335880"/>
              <a:gd name="connsiteY0" fmla="*/ 0 h 6840638"/>
              <a:gd name="connsiteX1" fmla="*/ 81237 w 335880"/>
              <a:gd name="connsiteY1" fmla="*/ 1053297 h 6840638"/>
              <a:gd name="connsiteX2" fmla="*/ 208558 w 335880"/>
              <a:gd name="connsiteY2" fmla="*/ 2754775 h 6840638"/>
              <a:gd name="connsiteX3" fmla="*/ 214 w 335880"/>
              <a:gd name="connsiteY3" fmla="*/ 3565003 h 6840638"/>
              <a:gd name="connsiteX4" fmla="*/ 254857 w 335880"/>
              <a:gd name="connsiteY4" fmla="*/ 5162309 h 6840638"/>
              <a:gd name="connsiteX5" fmla="*/ 335880 w 335880"/>
              <a:gd name="connsiteY5" fmla="*/ 6840638 h 68406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35880" h="6840638">
                <a:moveTo>
                  <a:pt x="220133" y="0"/>
                </a:moveTo>
                <a:cubicBezTo>
                  <a:pt x="151649" y="297084"/>
                  <a:pt x="83166" y="594168"/>
                  <a:pt x="81237" y="1053297"/>
                </a:cubicBezTo>
                <a:cubicBezTo>
                  <a:pt x="79308" y="1512426"/>
                  <a:pt x="222062" y="2336157"/>
                  <a:pt x="208558" y="2754775"/>
                </a:cubicBezTo>
                <a:cubicBezTo>
                  <a:pt x="195054" y="3173393"/>
                  <a:pt x="-7502" y="3163747"/>
                  <a:pt x="214" y="3565003"/>
                </a:cubicBezTo>
                <a:cubicBezTo>
                  <a:pt x="7930" y="3966259"/>
                  <a:pt x="198913" y="4616370"/>
                  <a:pt x="254857" y="5162309"/>
                </a:cubicBezTo>
                <a:cubicBezTo>
                  <a:pt x="310801" y="5708248"/>
                  <a:pt x="299227" y="6456744"/>
                  <a:pt x="335880" y="6840638"/>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6" name="Image 5">
            <a:extLst>
              <a:ext uri="{FF2B5EF4-FFF2-40B4-BE49-F238E27FC236}">
                <a16:creationId xmlns:a16="http://schemas.microsoft.com/office/drawing/2014/main" id="{E5730E15-CEF4-6F25-3F48-D2D3D00FE394}"/>
              </a:ext>
            </a:extLst>
          </p:cNvPr>
          <p:cNvPicPr>
            <a:picLocks noChangeAspect="1"/>
          </p:cNvPicPr>
          <p:nvPr/>
        </p:nvPicPr>
        <p:blipFill>
          <a:blip r:embed="rId3"/>
          <a:stretch>
            <a:fillRect/>
          </a:stretch>
        </p:blipFill>
        <p:spPr>
          <a:xfrm>
            <a:off x="1789166" y="1305680"/>
            <a:ext cx="8318373" cy="4920396"/>
          </a:xfrm>
          <a:prstGeom prst="rect">
            <a:avLst/>
          </a:prstGeom>
        </p:spPr>
      </p:pic>
    </p:spTree>
    <p:extLst>
      <p:ext uri="{BB962C8B-B14F-4D97-AF65-F5344CB8AC3E}">
        <p14:creationId xmlns:p14="http://schemas.microsoft.com/office/powerpoint/2010/main" val="289482904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600">
        <p159:morph option="byObject"/>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AE32C9-6AC5-0D4D-198E-C0A2BB7D4B9C}"/>
            </a:ext>
          </a:extLst>
        </p:cNvPr>
        <p:cNvGrpSpPr/>
        <p:nvPr/>
      </p:nvGrpSpPr>
      <p:grpSpPr>
        <a:xfrm>
          <a:off x="0" y="0"/>
          <a:ext cx="0" cy="0"/>
          <a:chOff x="0" y="0"/>
          <a:chExt cx="0" cy="0"/>
        </a:xfrm>
      </p:grpSpPr>
      <p:sp>
        <p:nvSpPr>
          <p:cNvPr id="13" name="Freeform: Shape 12">
            <a:extLst>
              <a:ext uri="{FF2B5EF4-FFF2-40B4-BE49-F238E27FC236}">
                <a16:creationId xmlns:a16="http://schemas.microsoft.com/office/drawing/2014/main" id="{21A77DB2-577A-ECE4-ACF6-155808C66A38}"/>
              </a:ext>
            </a:extLst>
          </p:cNvPr>
          <p:cNvSpPr/>
          <p:nvPr/>
        </p:nvSpPr>
        <p:spPr>
          <a:xfrm rot="10800000">
            <a:off x="303282" y="152400"/>
            <a:ext cx="687317" cy="538678"/>
          </a:xfrm>
          <a:custGeom>
            <a:avLst/>
            <a:gdLst>
              <a:gd name="connsiteX0" fmla="*/ 9526 w 3470338"/>
              <a:gd name="connsiteY0" fmla="*/ 0 h 6346429"/>
              <a:gd name="connsiteX1" fmla="*/ 3470338 w 3470338"/>
              <a:gd name="connsiteY1" fmla="*/ 0 h 6346429"/>
              <a:gd name="connsiteX2" fmla="*/ 3470338 w 3470338"/>
              <a:gd name="connsiteY2" fmla="*/ 6346429 h 6346429"/>
              <a:gd name="connsiteX3" fmla="*/ 9526 w 3470338"/>
              <a:gd name="connsiteY3" fmla="*/ 6346429 h 6346429"/>
              <a:gd name="connsiteX4" fmla="*/ 7830 w 3470338"/>
              <a:gd name="connsiteY4" fmla="*/ 5754489 h 6346429"/>
              <a:gd name="connsiteX5" fmla="*/ 1066800 w 3470338"/>
              <a:gd name="connsiteY5" fmla="*/ 5754489 h 6346429"/>
              <a:gd name="connsiteX6" fmla="*/ 1066800 w 3470338"/>
              <a:gd name="connsiteY6" fmla="*/ 3173214 h 6346429"/>
              <a:gd name="connsiteX7" fmla="*/ 437 w 3470338"/>
              <a:gd name="connsiteY7" fmla="*/ 3173214 h 6346429"/>
              <a:gd name="connsiteX8" fmla="*/ 0 w 3470338"/>
              <a:gd name="connsiteY8" fmla="*/ 3020814 h 6346429"/>
              <a:gd name="connsiteX9" fmla="*/ 9526 w 3470338"/>
              <a:gd name="connsiteY9" fmla="*/ 0 h 6346429"/>
              <a:gd name="connsiteX0" fmla="*/ 9526 w 3470338"/>
              <a:gd name="connsiteY0" fmla="*/ 0 h 6346429"/>
              <a:gd name="connsiteX1" fmla="*/ 3470338 w 3470338"/>
              <a:gd name="connsiteY1" fmla="*/ 0 h 6346429"/>
              <a:gd name="connsiteX2" fmla="*/ 3470338 w 3470338"/>
              <a:gd name="connsiteY2" fmla="*/ 6346429 h 6346429"/>
              <a:gd name="connsiteX3" fmla="*/ 9526 w 3470338"/>
              <a:gd name="connsiteY3" fmla="*/ 6346429 h 6346429"/>
              <a:gd name="connsiteX4" fmla="*/ 7830 w 3470338"/>
              <a:gd name="connsiteY4" fmla="*/ 5754489 h 6346429"/>
              <a:gd name="connsiteX5" fmla="*/ 1066800 w 3470338"/>
              <a:gd name="connsiteY5" fmla="*/ 5754489 h 6346429"/>
              <a:gd name="connsiteX6" fmla="*/ 437 w 3470338"/>
              <a:gd name="connsiteY6" fmla="*/ 3173214 h 6346429"/>
              <a:gd name="connsiteX7" fmla="*/ 0 w 3470338"/>
              <a:gd name="connsiteY7" fmla="*/ 3020814 h 6346429"/>
              <a:gd name="connsiteX8" fmla="*/ 9526 w 3470338"/>
              <a:gd name="connsiteY8" fmla="*/ 0 h 6346429"/>
              <a:gd name="connsiteX0" fmla="*/ 1066800 w 3470338"/>
              <a:gd name="connsiteY0" fmla="*/ 5754489 h 6346429"/>
              <a:gd name="connsiteX1" fmla="*/ 437 w 3470338"/>
              <a:gd name="connsiteY1" fmla="*/ 3173214 h 6346429"/>
              <a:gd name="connsiteX2" fmla="*/ 0 w 3470338"/>
              <a:gd name="connsiteY2" fmla="*/ 3020814 h 6346429"/>
              <a:gd name="connsiteX3" fmla="*/ 9526 w 3470338"/>
              <a:gd name="connsiteY3" fmla="*/ 0 h 6346429"/>
              <a:gd name="connsiteX4" fmla="*/ 3470338 w 3470338"/>
              <a:gd name="connsiteY4" fmla="*/ 0 h 6346429"/>
              <a:gd name="connsiteX5" fmla="*/ 3470338 w 3470338"/>
              <a:gd name="connsiteY5" fmla="*/ 6346429 h 6346429"/>
              <a:gd name="connsiteX6" fmla="*/ 9526 w 3470338"/>
              <a:gd name="connsiteY6" fmla="*/ 6346429 h 6346429"/>
              <a:gd name="connsiteX7" fmla="*/ 7830 w 3470338"/>
              <a:gd name="connsiteY7" fmla="*/ 5754489 h 6346429"/>
              <a:gd name="connsiteX8" fmla="*/ 1158240 w 3470338"/>
              <a:gd name="connsiteY8" fmla="*/ 5845929 h 6346429"/>
              <a:gd name="connsiteX0" fmla="*/ 437 w 3470338"/>
              <a:gd name="connsiteY0" fmla="*/ 3173214 h 6346429"/>
              <a:gd name="connsiteX1" fmla="*/ 0 w 3470338"/>
              <a:gd name="connsiteY1" fmla="*/ 3020814 h 6346429"/>
              <a:gd name="connsiteX2" fmla="*/ 9526 w 3470338"/>
              <a:gd name="connsiteY2" fmla="*/ 0 h 6346429"/>
              <a:gd name="connsiteX3" fmla="*/ 3470338 w 3470338"/>
              <a:gd name="connsiteY3" fmla="*/ 0 h 6346429"/>
              <a:gd name="connsiteX4" fmla="*/ 3470338 w 3470338"/>
              <a:gd name="connsiteY4" fmla="*/ 6346429 h 6346429"/>
              <a:gd name="connsiteX5" fmla="*/ 9526 w 3470338"/>
              <a:gd name="connsiteY5" fmla="*/ 6346429 h 6346429"/>
              <a:gd name="connsiteX6" fmla="*/ 7830 w 3470338"/>
              <a:gd name="connsiteY6" fmla="*/ 5754489 h 6346429"/>
              <a:gd name="connsiteX7" fmla="*/ 1158240 w 3470338"/>
              <a:gd name="connsiteY7" fmla="*/ 5845929 h 6346429"/>
              <a:gd name="connsiteX0" fmla="*/ 437 w 3470338"/>
              <a:gd name="connsiteY0" fmla="*/ 3173214 h 6346429"/>
              <a:gd name="connsiteX1" fmla="*/ 0 w 3470338"/>
              <a:gd name="connsiteY1" fmla="*/ 3020814 h 6346429"/>
              <a:gd name="connsiteX2" fmla="*/ 9526 w 3470338"/>
              <a:gd name="connsiteY2" fmla="*/ 0 h 6346429"/>
              <a:gd name="connsiteX3" fmla="*/ 3470338 w 3470338"/>
              <a:gd name="connsiteY3" fmla="*/ 0 h 6346429"/>
              <a:gd name="connsiteX4" fmla="*/ 3470338 w 3470338"/>
              <a:gd name="connsiteY4" fmla="*/ 6346429 h 6346429"/>
              <a:gd name="connsiteX5" fmla="*/ 9526 w 3470338"/>
              <a:gd name="connsiteY5" fmla="*/ 6346429 h 6346429"/>
              <a:gd name="connsiteX6" fmla="*/ 7830 w 3470338"/>
              <a:gd name="connsiteY6" fmla="*/ 5754489 h 63464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470338" h="6346429">
                <a:moveTo>
                  <a:pt x="437" y="3173214"/>
                </a:moveTo>
                <a:cubicBezTo>
                  <a:pt x="291" y="3122414"/>
                  <a:pt x="146" y="3071614"/>
                  <a:pt x="0" y="3020814"/>
                </a:cubicBezTo>
                <a:cubicBezTo>
                  <a:pt x="3175" y="2013876"/>
                  <a:pt x="6351" y="1006938"/>
                  <a:pt x="9526" y="0"/>
                </a:cubicBezTo>
                <a:lnTo>
                  <a:pt x="3470338" y="0"/>
                </a:lnTo>
                <a:lnTo>
                  <a:pt x="3470338" y="6346429"/>
                </a:lnTo>
                <a:lnTo>
                  <a:pt x="9526" y="6346429"/>
                </a:lnTo>
                <a:cubicBezTo>
                  <a:pt x="8961" y="6149116"/>
                  <a:pt x="8395" y="5951802"/>
                  <a:pt x="7830" y="5754489"/>
                </a:cubicBezTo>
              </a:path>
            </a:pathLst>
          </a:custGeom>
          <a:noFill/>
          <a:ln w="28575">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Light"/>
              <a:ea typeface="+mn-ea"/>
              <a:cs typeface="+mn-cs"/>
            </a:endParaRPr>
          </a:p>
        </p:txBody>
      </p:sp>
      <p:sp>
        <p:nvSpPr>
          <p:cNvPr id="17" name="Rectangle 16">
            <a:extLst>
              <a:ext uri="{FF2B5EF4-FFF2-40B4-BE49-F238E27FC236}">
                <a16:creationId xmlns:a16="http://schemas.microsoft.com/office/drawing/2014/main" id="{D322FFAD-A703-59E2-3D76-27D815175A3A}"/>
              </a:ext>
            </a:extLst>
          </p:cNvPr>
          <p:cNvSpPr/>
          <p:nvPr/>
        </p:nvSpPr>
        <p:spPr>
          <a:xfrm>
            <a:off x="0" y="6375400"/>
            <a:ext cx="800100" cy="330200"/>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fld id="{8EE4A758-C4C8-4DAE-BDEE-609B1B8EFD29}" type="slidenum">
              <a:rPr kumimoji="0" lang="en-US" sz="1000" b="0" i="0" u="none" strike="noStrike" kern="1200" cap="none" spc="0" normalizeH="0" baseline="0" noProof="0" smtClean="0">
                <a:ln>
                  <a:noFill/>
                </a:ln>
                <a:solidFill>
                  <a:prstClr val="white"/>
                </a:solidFill>
                <a:effectLst/>
                <a:uLnTx/>
                <a:uFillTx/>
                <a:latin typeface="Calibri Light"/>
                <a:ea typeface="+mn-ea"/>
                <a:cs typeface="+mn-cs"/>
              </a:rPr>
              <a:t>11</a:t>
            </a:fld>
            <a:endParaRPr kumimoji="0" lang="en-US" sz="1000" b="0" i="0" u="none" strike="noStrike" kern="1200" cap="none" spc="0" normalizeH="0" baseline="0" noProof="0" dirty="0">
              <a:ln>
                <a:noFill/>
              </a:ln>
              <a:solidFill>
                <a:prstClr val="white"/>
              </a:solidFill>
              <a:effectLst/>
              <a:uLnTx/>
              <a:uFillTx/>
              <a:latin typeface="Calibri Light"/>
              <a:ea typeface="+mn-ea"/>
              <a:cs typeface="+mn-cs"/>
            </a:endParaRPr>
          </a:p>
        </p:txBody>
      </p:sp>
      <p:sp>
        <p:nvSpPr>
          <p:cNvPr id="10" name="TextBox 9">
            <a:extLst>
              <a:ext uri="{FF2B5EF4-FFF2-40B4-BE49-F238E27FC236}">
                <a16:creationId xmlns:a16="http://schemas.microsoft.com/office/drawing/2014/main" id="{E14B82B5-5C10-DA56-8392-57115FA4A69C}"/>
              </a:ext>
            </a:extLst>
          </p:cNvPr>
          <p:cNvSpPr txBox="1"/>
          <p:nvPr/>
        </p:nvSpPr>
        <p:spPr>
          <a:xfrm>
            <a:off x="1185732" y="190905"/>
            <a:ext cx="6829425" cy="492443"/>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dirty="0">
                <a:ln>
                  <a:noFill/>
                </a:ln>
                <a:solidFill>
                  <a:prstClr val="black">
                    <a:lumMod val="75000"/>
                    <a:lumOff val="25000"/>
                  </a:prstClr>
                </a:solidFill>
                <a:effectLst/>
                <a:uLnTx/>
                <a:uFillTx/>
                <a:latin typeface="Bahnschrift SemiBold Condensed" panose="020B0502040204020203" pitchFamily="34" charset="0"/>
                <a:ea typeface="+mn-ea"/>
                <a:cs typeface="+mn-cs"/>
              </a:rPr>
              <a:t>COLLECTE ET PRÉPARATION DES DONNÉES</a:t>
            </a:r>
          </a:p>
        </p:txBody>
      </p:sp>
      <p:sp>
        <p:nvSpPr>
          <p:cNvPr id="2" name="ZoneTexte 1">
            <a:extLst>
              <a:ext uri="{FF2B5EF4-FFF2-40B4-BE49-F238E27FC236}">
                <a16:creationId xmlns:a16="http://schemas.microsoft.com/office/drawing/2014/main" id="{07FCDD6F-0ABC-EC04-E246-0B4A25370E6B}"/>
              </a:ext>
            </a:extLst>
          </p:cNvPr>
          <p:cNvSpPr txBox="1"/>
          <p:nvPr/>
        </p:nvSpPr>
        <p:spPr>
          <a:xfrm>
            <a:off x="423962" y="206293"/>
            <a:ext cx="487634"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2400" b="1" i="0" u="none" strike="noStrike" kern="1200" cap="none" spc="0" normalizeH="0" baseline="0" noProof="0" dirty="0">
                <a:ln>
                  <a:noFill/>
                </a:ln>
                <a:solidFill>
                  <a:schemeClr val="accent5">
                    <a:lumMod val="75000"/>
                  </a:schemeClr>
                </a:solidFill>
                <a:effectLst/>
                <a:uLnTx/>
                <a:uFillTx/>
                <a:latin typeface="Bahnschrift SemiBold Condensed" panose="020B0502040204020203" pitchFamily="34" charset="0"/>
                <a:ea typeface="+mn-ea"/>
                <a:cs typeface="+mn-cs"/>
              </a:rPr>
              <a:t>02.</a:t>
            </a:r>
          </a:p>
        </p:txBody>
      </p:sp>
      <p:sp>
        <p:nvSpPr>
          <p:cNvPr id="14" name="ZoneTexte 13">
            <a:extLst>
              <a:ext uri="{FF2B5EF4-FFF2-40B4-BE49-F238E27FC236}">
                <a16:creationId xmlns:a16="http://schemas.microsoft.com/office/drawing/2014/main" id="{C3F38A23-4FD4-0618-E3A9-DC1306D4A465}"/>
              </a:ext>
            </a:extLst>
          </p:cNvPr>
          <p:cNvSpPr txBox="1"/>
          <p:nvPr/>
        </p:nvSpPr>
        <p:spPr>
          <a:xfrm>
            <a:off x="1105125" y="631924"/>
            <a:ext cx="6154918" cy="400110"/>
          </a:xfrm>
          <a:prstGeom prst="rect">
            <a:avLst/>
          </a:prstGeom>
          <a:noFill/>
        </p:spPr>
        <p:txBody>
          <a:bodyPr wrap="square" rtlCol="0">
            <a:spAutoFit/>
          </a:bodyPr>
          <a:lstStyle/>
          <a:p>
            <a:r>
              <a:rPr lang="fr-FR" sz="2000" dirty="0">
                <a:solidFill>
                  <a:schemeClr val="accent5">
                    <a:lumMod val="75000"/>
                  </a:schemeClr>
                </a:solidFill>
                <a:latin typeface="Bahnschrift SemiLight Condensed" panose="020B0502040204020203" pitchFamily="34" charset="0"/>
                <a:cs typeface="Calibri" panose="020F0502020204030204" pitchFamily="34" charset="0"/>
              </a:rPr>
              <a:t>NETTOYAGE ET PRÉPARATION DE DONNÉES</a:t>
            </a:r>
          </a:p>
        </p:txBody>
      </p:sp>
      <p:sp>
        <p:nvSpPr>
          <p:cNvPr id="3" name="Forme libre : forme 2">
            <a:extLst>
              <a:ext uri="{FF2B5EF4-FFF2-40B4-BE49-F238E27FC236}">
                <a16:creationId xmlns:a16="http://schemas.microsoft.com/office/drawing/2014/main" id="{C0DD9748-4FA1-3C48-9DA0-4741C6887711}"/>
              </a:ext>
            </a:extLst>
          </p:cNvPr>
          <p:cNvSpPr/>
          <p:nvPr/>
        </p:nvSpPr>
        <p:spPr>
          <a:xfrm>
            <a:off x="264172" y="1074195"/>
            <a:ext cx="200651" cy="5301205"/>
          </a:xfrm>
          <a:custGeom>
            <a:avLst/>
            <a:gdLst>
              <a:gd name="connsiteX0" fmla="*/ 13636 w 200651"/>
              <a:gd name="connsiteY0" fmla="*/ 0 h 5301205"/>
              <a:gd name="connsiteX1" fmla="*/ 175681 w 200651"/>
              <a:gd name="connsiteY1" fmla="*/ 1134319 h 5301205"/>
              <a:gd name="connsiteX2" fmla="*/ 2061 w 200651"/>
              <a:gd name="connsiteY2" fmla="*/ 2210764 h 5301205"/>
              <a:gd name="connsiteX3" fmla="*/ 198831 w 200651"/>
              <a:gd name="connsiteY3" fmla="*/ 3090440 h 5301205"/>
              <a:gd name="connsiteX4" fmla="*/ 94659 w 200651"/>
              <a:gd name="connsiteY4" fmla="*/ 4178460 h 5301205"/>
              <a:gd name="connsiteX5" fmla="*/ 2061 w 200651"/>
              <a:gd name="connsiteY5" fmla="*/ 4988688 h 5301205"/>
              <a:gd name="connsiteX6" fmla="*/ 187256 w 200651"/>
              <a:gd name="connsiteY6" fmla="*/ 5301205 h 53012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00651" h="5301205">
                <a:moveTo>
                  <a:pt x="13636" y="0"/>
                </a:moveTo>
                <a:cubicBezTo>
                  <a:pt x="95623" y="382929"/>
                  <a:pt x="177610" y="765858"/>
                  <a:pt x="175681" y="1134319"/>
                </a:cubicBezTo>
                <a:cubicBezTo>
                  <a:pt x="173752" y="1502780"/>
                  <a:pt x="-1797" y="1884744"/>
                  <a:pt x="2061" y="2210764"/>
                </a:cubicBezTo>
                <a:cubicBezTo>
                  <a:pt x="5919" y="2536784"/>
                  <a:pt x="183398" y="2762491"/>
                  <a:pt x="198831" y="3090440"/>
                </a:cubicBezTo>
                <a:cubicBezTo>
                  <a:pt x="214264" y="3418389"/>
                  <a:pt x="127454" y="3862085"/>
                  <a:pt x="94659" y="4178460"/>
                </a:cubicBezTo>
                <a:cubicBezTo>
                  <a:pt x="61864" y="4494835"/>
                  <a:pt x="-13372" y="4801564"/>
                  <a:pt x="2061" y="4988688"/>
                </a:cubicBezTo>
                <a:cubicBezTo>
                  <a:pt x="17494" y="5175812"/>
                  <a:pt x="164107" y="5212466"/>
                  <a:pt x="187256" y="5301205"/>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 name="Forme libre : forme 6">
            <a:extLst>
              <a:ext uri="{FF2B5EF4-FFF2-40B4-BE49-F238E27FC236}">
                <a16:creationId xmlns:a16="http://schemas.microsoft.com/office/drawing/2014/main" id="{39403951-E786-CD0E-FF85-8227A9409472}"/>
              </a:ext>
            </a:extLst>
          </p:cNvPr>
          <p:cNvSpPr/>
          <p:nvPr/>
        </p:nvSpPr>
        <p:spPr>
          <a:xfrm>
            <a:off x="11551689" y="-72351"/>
            <a:ext cx="385263" cy="6886937"/>
          </a:xfrm>
          <a:custGeom>
            <a:avLst/>
            <a:gdLst>
              <a:gd name="connsiteX0" fmla="*/ 28484 w 385263"/>
              <a:gd name="connsiteY0" fmla="*/ 0 h 6886937"/>
              <a:gd name="connsiteX1" fmla="*/ 144231 w 385263"/>
              <a:gd name="connsiteY1" fmla="*/ 567159 h 6886937"/>
              <a:gd name="connsiteX2" fmla="*/ 5335 w 385263"/>
              <a:gd name="connsiteY2" fmla="*/ 1377387 h 6886937"/>
              <a:gd name="connsiteX3" fmla="*/ 63208 w 385263"/>
              <a:gd name="connsiteY3" fmla="*/ 2002420 h 6886937"/>
              <a:gd name="connsiteX4" fmla="*/ 375724 w 385263"/>
              <a:gd name="connsiteY4" fmla="*/ 3333509 h 6886937"/>
              <a:gd name="connsiteX5" fmla="*/ 283127 w 385263"/>
              <a:gd name="connsiteY5" fmla="*/ 4641448 h 6886937"/>
              <a:gd name="connsiteX6" fmla="*/ 63208 w 385263"/>
              <a:gd name="connsiteY6" fmla="*/ 5683170 h 6886937"/>
              <a:gd name="connsiteX7" fmla="*/ 155805 w 385263"/>
              <a:gd name="connsiteY7" fmla="*/ 6886937 h 68869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5263" h="6886937">
                <a:moveTo>
                  <a:pt x="28484" y="0"/>
                </a:moveTo>
                <a:cubicBezTo>
                  <a:pt x="88286" y="168797"/>
                  <a:pt x="148089" y="337595"/>
                  <a:pt x="144231" y="567159"/>
                </a:cubicBezTo>
                <a:cubicBezTo>
                  <a:pt x="140373" y="796723"/>
                  <a:pt x="18839" y="1138177"/>
                  <a:pt x="5335" y="1377387"/>
                </a:cubicBezTo>
                <a:cubicBezTo>
                  <a:pt x="-8169" y="1616597"/>
                  <a:pt x="1476" y="1676400"/>
                  <a:pt x="63208" y="2002420"/>
                </a:cubicBezTo>
                <a:cubicBezTo>
                  <a:pt x="124940" y="2328440"/>
                  <a:pt x="339071" y="2893671"/>
                  <a:pt x="375724" y="3333509"/>
                </a:cubicBezTo>
                <a:cubicBezTo>
                  <a:pt x="412377" y="3773347"/>
                  <a:pt x="335213" y="4249838"/>
                  <a:pt x="283127" y="4641448"/>
                </a:cubicBezTo>
                <a:cubicBezTo>
                  <a:pt x="231041" y="5033058"/>
                  <a:pt x="84428" y="5308922"/>
                  <a:pt x="63208" y="5683170"/>
                </a:cubicBezTo>
                <a:cubicBezTo>
                  <a:pt x="41988" y="6057418"/>
                  <a:pt x="142301" y="6694026"/>
                  <a:pt x="155805" y="6886937"/>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Forme libre : forme 7">
            <a:extLst>
              <a:ext uri="{FF2B5EF4-FFF2-40B4-BE49-F238E27FC236}">
                <a16:creationId xmlns:a16="http://schemas.microsoft.com/office/drawing/2014/main" id="{2AEE7FED-8B1E-1B8C-6469-91887D92EFB6}"/>
              </a:ext>
            </a:extLst>
          </p:cNvPr>
          <p:cNvSpPr/>
          <p:nvPr/>
        </p:nvSpPr>
        <p:spPr>
          <a:xfrm>
            <a:off x="11431882" y="0"/>
            <a:ext cx="455609" cy="6840638"/>
          </a:xfrm>
          <a:custGeom>
            <a:avLst/>
            <a:gdLst>
              <a:gd name="connsiteX0" fmla="*/ 291238 w 455609"/>
              <a:gd name="connsiteY0" fmla="*/ 0 h 6840638"/>
              <a:gd name="connsiteX1" fmla="*/ 1871 w 455609"/>
              <a:gd name="connsiteY1" fmla="*/ 636607 h 6840638"/>
              <a:gd name="connsiteX2" fmla="*/ 163917 w 455609"/>
              <a:gd name="connsiteY2" fmla="*/ 1898248 h 6840638"/>
              <a:gd name="connsiteX3" fmla="*/ 106043 w 455609"/>
              <a:gd name="connsiteY3" fmla="*/ 3044141 h 6840638"/>
              <a:gd name="connsiteX4" fmla="*/ 453284 w 455609"/>
              <a:gd name="connsiteY4" fmla="*/ 4942390 h 6840638"/>
              <a:gd name="connsiteX5" fmla="*/ 256514 w 455609"/>
              <a:gd name="connsiteY5" fmla="*/ 6123007 h 6840638"/>
              <a:gd name="connsiteX6" fmla="*/ 233365 w 455609"/>
              <a:gd name="connsiteY6" fmla="*/ 6840638 h 68406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55609" h="6840638">
                <a:moveTo>
                  <a:pt x="291238" y="0"/>
                </a:moveTo>
                <a:cubicBezTo>
                  <a:pt x="157164" y="160116"/>
                  <a:pt x="23091" y="320232"/>
                  <a:pt x="1871" y="636607"/>
                </a:cubicBezTo>
                <a:cubicBezTo>
                  <a:pt x="-19349" y="952982"/>
                  <a:pt x="146555" y="1496992"/>
                  <a:pt x="163917" y="1898248"/>
                </a:cubicBezTo>
                <a:cubicBezTo>
                  <a:pt x="181279" y="2299504"/>
                  <a:pt x="57815" y="2536784"/>
                  <a:pt x="106043" y="3044141"/>
                </a:cubicBezTo>
                <a:cubicBezTo>
                  <a:pt x="154271" y="3551498"/>
                  <a:pt x="428206" y="4429246"/>
                  <a:pt x="453284" y="4942390"/>
                </a:cubicBezTo>
                <a:cubicBezTo>
                  <a:pt x="478362" y="5455534"/>
                  <a:pt x="293167" y="5806632"/>
                  <a:pt x="256514" y="6123007"/>
                </a:cubicBezTo>
                <a:cubicBezTo>
                  <a:pt x="219861" y="6439382"/>
                  <a:pt x="252656" y="6618790"/>
                  <a:pt x="233365" y="6840638"/>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Forme libre : forme 8">
            <a:extLst>
              <a:ext uri="{FF2B5EF4-FFF2-40B4-BE49-F238E27FC236}">
                <a16:creationId xmlns:a16="http://schemas.microsoft.com/office/drawing/2014/main" id="{01832AD5-DFD9-C19E-ED16-8A383781F027}"/>
              </a:ext>
            </a:extLst>
          </p:cNvPr>
          <p:cNvSpPr/>
          <p:nvPr/>
        </p:nvSpPr>
        <p:spPr>
          <a:xfrm>
            <a:off x="11744282" y="0"/>
            <a:ext cx="335880" cy="6840638"/>
          </a:xfrm>
          <a:custGeom>
            <a:avLst/>
            <a:gdLst>
              <a:gd name="connsiteX0" fmla="*/ 220133 w 335880"/>
              <a:gd name="connsiteY0" fmla="*/ 0 h 6840638"/>
              <a:gd name="connsiteX1" fmla="*/ 81237 w 335880"/>
              <a:gd name="connsiteY1" fmla="*/ 1053297 h 6840638"/>
              <a:gd name="connsiteX2" fmla="*/ 208558 w 335880"/>
              <a:gd name="connsiteY2" fmla="*/ 2754775 h 6840638"/>
              <a:gd name="connsiteX3" fmla="*/ 214 w 335880"/>
              <a:gd name="connsiteY3" fmla="*/ 3565003 h 6840638"/>
              <a:gd name="connsiteX4" fmla="*/ 254857 w 335880"/>
              <a:gd name="connsiteY4" fmla="*/ 5162309 h 6840638"/>
              <a:gd name="connsiteX5" fmla="*/ 335880 w 335880"/>
              <a:gd name="connsiteY5" fmla="*/ 6840638 h 68406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35880" h="6840638">
                <a:moveTo>
                  <a:pt x="220133" y="0"/>
                </a:moveTo>
                <a:cubicBezTo>
                  <a:pt x="151649" y="297084"/>
                  <a:pt x="83166" y="594168"/>
                  <a:pt x="81237" y="1053297"/>
                </a:cubicBezTo>
                <a:cubicBezTo>
                  <a:pt x="79308" y="1512426"/>
                  <a:pt x="222062" y="2336157"/>
                  <a:pt x="208558" y="2754775"/>
                </a:cubicBezTo>
                <a:cubicBezTo>
                  <a:pt x="195054" y="3173393"/>
                  <a:pt x="-7502" y="3163747"/>
                  <a:pt x="214" y="3565003"/>
                </a:cubicBezTo>
                <a:cubicBezTo>
                  <a:pt x="7930" y="3966259"/>
                  <a:pt x="198913" y="4616370"/>
                  <a:pt x="254857" y="5162309"/>
                </a:cubicBezTo>
                <a:cubicBezTo>
                  <a:pt x="310801" y="5708248"/>
                  <a:pt x="299227" y="6456744"/>
                  <a:pt x="335880" y="6840638"/>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5" name="Image 4">
            <a:extLst>
              <a:ext uri="{FF2B5EF4-FFF2-40B4-BE49-F238E27FC236}">
                <a16:creationId xmlns:a16="http://schemas.microsoft.com/office/drawing/2014/main" id="{8F69387F-54B4-F548-AB15-E599C0C908AB}"/>
              </a:ext>
            </a:extLst>
          </p:cNvPr>
          <p:cNvPicPr>
            <a:picLocks noChangeAspect="1"/>
          </p:cNvPicPr>
          <p:nvPr/>
        </p:nvPicPr>
        <p:blipFill>
          <a:blip r:embed="rId3"/>
          <a:stretch>
            <a:fillRect/>
          </a:stretch>
        </p:blipFill>
        <p:spPr>
          <a:xfrm>
            <a:off x="2145322" y="1188902"/>
            <a:ext cx="7326293" cy="5516698"/>
          </a:xfrm>
          <a:prstGeom prst="rect">
            <a:avLst/>
          </a:prstGeom>
        </p:spPr>
      </p:pic>
    </p:spTree>
    <p:extLst>
      <p:ext uri="{BB962C8B-B14F-4D97-AF65-F5344CB8AC3E}">
        <p14:creationId xmlns:p14="http://schemas.microsoft.com/office/powerpoint/2010/main" val="160206158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600">
        <p159:morph option="byObject"/>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7" name="Rectangle 86">
            <a:extLst>
              <a:ext uri="{FF2B5EF4-FFF2-40B4-BE49-F238E27FC236}">
                <a16:creationId xmlns:a16="http://schemas.microsoft.com/office/drawing/2014/main" id="{E93E86D4-3B95-4D37-81B1-22A696A98B69}"/>
              </a:ext>
            </a:extLst>
          </p:cNvPr>
          <p:cNvSpPr/>
          <p:nvPr/>
        </p:nvSpPr>
        <p:spPr>
          <a:xfrm>
            <a:off x="3848100" y="0"/>
            <a:ext cx="4495800" cy="6858000"/>
          </a:xfrm>
          <a:prstGeom prst="rect">
            <a:avLst/>
          </a:prstGeom>
          <a:solidFill>
            <a:schemeClr val="accent5">
              <a:lumMod val="75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Bahnschrift SemiBold Condensed" panose="020B0502040204020203" pitchFamily="34" charset="0"/>
              <a:ea typeface="+mn-ea"/>
              <a:cs typeface="+mn-cs"/>
            </a:endParaRPr>
          </a:p>
        </p:txBody>
      </p:sp>
      <p:sp>
        <p:nvSpPr>
          <p:cNvPr id="88" name="Rectangle 87">
            <a:extLst>
              <a:ext uri="{FF2B5EF4-FFF2-40B4-BE49-F238E27FC236}">
                <a16:creationId xmlns:a16="http://schemas.microsoft.com/office/drawing/2014/main" id="{A5A890D3-EC31-40D1-BE5F-FD0D89A3C534}"/>
              </a:ext>
            </a:extLst>
          </p:cNvPr>
          <p:cNvSpPr/>
          <p:nvPr/>
        </p:nvSpPr>
        <p:spPr>
          <a:xfrm>
            <a:off x="3625850" y="2882900"/>
            <a:ext cx="4940300" cy="2768600"/>
          </a:xfrm>
          <a:prstGeom prst="rect">
            <a:avLst/>
          </a:prstGeom>
          <a:noFill/>
          <a:ln w="19050">
            <a:solidFill>
              <a:schemeClr val="bg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Bahnschrift SemiBold Condensed" panose="020B0502040204020203" pitchFamily="34" charset="0"/>
              <a:ea typeface="+mn-ea"/>
              <a:cs typeface="+mn-cs"/>
            </a:endParaRPr>
          </a:p>
        </p:txBody>
      </p:sp>
      <p:sp>
        <p:nvSpPr>
          <p:cNvPr id="89" name="TextBox 88">
            <a:extLst>
              <a:ext uri="{FF2B5EF4-FFF2-40B4-BE49-F238E27FC236}">
                <a16:creationId xmlns:a16="http://schemas.microsoft.com/office/drawing/2014/main" id="{468652A5-8840-4BF6-AE6C-FBAAAE5CCE86}"/>
              </a:ext>
            </a:extLst>
          </p:cNvPr>
          <p:cNvSpPr txBox="1"/>
          <p:nvPr/>
        </p:nvSpPr>
        <p:spPr>
          <a:xfrm>
            <a:off x="3848110" y="3618532"/>
            <a:ext cx="4495780" cy="1477328"/>
          </a:xfrm>
          <a:prstGeom prst="rect">
            <a:avLst/>
          </a:prstGeom>
          <a:noFill/>
        </p:spPr>
        <p:txBody>
          <a:bodyPr wrap="square" lIns="0" tIns="0" rIns="0" bIns="0"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4800" b="1" dirty="0">
                <a:solidFill>
                  <a:prstClr val="white"/>
                </a:solidFill>
                <a:latin typeface="Bahnschrift SemiBold Condensed" panose="020B0502040204020203" pitchFamily="34" charset="0"/>
                <a:sym typeface="Poppins"/>
              </a:rPr>
              <a:t>S</a:t>
            </a:r>
            <a:r>
              <a:rPr lang="en-US" sz="4800" b="1" dirty="0">
                <a:solidFill>
                  <a:prstClr val="white"/>
                </a:solidFill>
                <a:latin typeface="Bahnschrift SemiBold Condensed" panose="020B0502040204020203" pitchFamily="34" charset="0"/>
              </a:rPr>
              <a:t>É</a:t>
            </a:r>
            <a:r>
              <a:rPr lang="fr-FR" sz="4800" b="1" dirty="0">
                <a:solidFill>
                  <a:prstClr val="white"/>
                </a:solidFill>
                <a:latin typeface="Bahnschrift SemiBold Condensed" panose="020B0502040204020203" pitchFamily="34" charset="0"/>
                <a:sym typeface="Poppins"/>
              </a:rPr>
              <a:t>LECTION DES TECHNIQUES DE ML</a:t>
            </a:r>
            <a:endParaRPr lang="en-US" sz="4800" b="1" dirty="0">
              <a:solidFill>
                <a:prstClr val="white"/>
              </a:solidFill>
              <a:latin typeface="Bahnschrift SemiBold Condensed" panose="020B0502040204020203" pitchFamily="34" charset="0"/>
            </a:endParaRPr>
          </a:p>
        </p:txBody>
      </p:sp>
      <p:sp>
        <p:nvSpPr>
          <p:cNvPr id="2" name="ZoneTexte 1">
            <a:extLst>
              <a:ext uri="{FF2B5EF4-FFF2-40B4-BE49-F238E27FC236}">
                <a16:creationId xmlns:a16="http://schemas.microsoft.com/office/drawing/2014/main" id="{9E423D41-96D4-477E-B0A1-B7F6EFBBC677}"/>
              </a:ext>
            </a:extLst>
          </p:cNvPr>
          <p:cNvSpPr txBox="1"/>
          <p:nvPr/>
        </p:nvSpPr>
        <p:spPr>
          <a:xfrm>
            <a:off x="2095500" y="3849360"/>
            <a:ext cx="1752600" cy="1015663"/>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6000" b="1" i="0" u="none" strike="noStrike" kern="1200" cap="none" spc="0" normalizeH="0" baseline="0" noProof="0" dirty="0">
                <a:ln>
                  <a:noFill/>
                </a:ln>
                <a:solidFill>
                  <a:schemeClr val="accent5">
                    <a:lumMod val="75000"/>
                  </a:schemeClr>
                </a:solidFill>
                <a:effectLst/>
                <a:uLnTx/>
                <a:uFillTx/>
                <a:latin typeface="Bahnschrift SemiBold Condensed" panose="020B0502040204020203" pitchFamily="34" charset="0"/>
                <a:ea typeface="+mn-ea"/>
                <a:cs typeface="Andalus" panose="02020603050405020304" pitchFamily="18" charset="-78"/>
              </a:rPr>
              <a:t>03.</a:t>
            </a:r>
          </a:p>
        </p:txBody>
      </p:sp>
      <p:sp>
        <p:nvSpPr>
          <p:cNvPr id="11" name="Rectangle 10">
            <a:extLst>
              <a:ext uri="{FF2B5EF4-FFF2-40B4-BE49-F238E27FC236}">
                <a16:creationId xmlns:a16="http://schemas.microsoft.com/office/drawing/2014/main" id="{48B09228-DB82-41FA-B7DA-EAC8E102CEF5}"/>
              </a:ext>
            </a:extLst>
          </p:cNvPr>
          <p:cNvSpPr/>
          <p:nvPr/>
        </p:nvSpPr>
        <p:spPr>
          <a:xfrm>
            <a:off x="0" y="3936828"/>
            <a:ext cx="3848100" cy="877163"/>
          </a:xfrm>
          <a:prstGeom prst="rect">
            <a:avLst/>
          </a:prstGeom>
          <a:noFill/>
          <a:ln w="19050">
            <a:solidFill>
              <a:schemeClr val="accent5">
                <a:lumMod val="7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Bahnschrift SemiBold Condensed" panose="020B0502040204020203" pitchFamily="34" charset="0"/>
              <a:ea typeface="+mn-ea"/>
              <a:cs typeface="+mn-cs"/>
            </a:endParaRPr>
          </a:p>
        </p:txBody>
      </p:sp>
      <p:sp>
        <p:nvSpPr>
          <p:cNvPr id="12" name="Rectangle 11">
            <a:extLst>
              <a:ext uri="{FF2B5EF4-FFF2-40B4-BE49-F238E27FC236}">
                <a16:creationId xmlns:a16="http://schemas.microsoft.com/office/drawing/2014/main" id="{3A733268-01EA-4852-8AF2-B6C64FD2023D}"/>
              </a:ext>
            </a:extLst>
          </p:cNvPr>
          <p:cNvSpPr/>
          <p:nvPr/>
        </p:nvSpPr>
        <p:spPr>
          <a:xfrm>
            <a:off x="8334925" y="2152650"/>
            <a:ext cx="3848110" cy="4192649"/>
          </a:xfrm>
          <a:prstGeom prst="rect">
            <a:avLst/>
          </a:prstGeom>
          <a:noFill/>
          <a:ln w="19050">
            <a:solidFill>
              <a:schemeClr val="accent5">
                <a:lumMod val="7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Bahnschrift SemiBold Condensed" panose="020B0502040204020203" pitchFamily="34" charset="0"/>
              <a:ea typeface="+mn-ea"/>
              <a:cs typeface="+mn-cs"/>
            </a:endParaRPr>
          </a:p>
        </p:txBody>
      </p:sp>
    </p:spTree>
    <p:extLst>
      <p:ext uri="{BB962C8B-B14F-4D97-AF65-F5344CB8AC3E}">
        <p14:creationId xmlns:p14="http://schemas.microsoft.com/office/powerpoint/2010/main" val="2659266243"/>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xmlns:p14="http://schemas.microsoft.com/office/powerpoint/2010/main" spd="med" p14:dur="600">
        <p159:morph option="byObject"/>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fill="hold"/>
                                        <p:tgtEl>
                                          <p:spTgt spid="11"/>
                                        </p:tgtEl>
                                        <p:attrNameLst>
                                          <p:attrName>ppt_x</p:attrName>
                                        </p:attrNameLst>
                                      </p:cBhvr>
                                      <p:tavLst>
                                        <p:tav tm="0">
                                          <p:val>
                                            <p:strVal val="0-#ppt_w/2"/>
                                          </p:val>
                                        </p:tav>
                                        <p:tav tm="100000">
                                          <p:val>
                                            <p:strVal val="#ppt_x"/>
                                          </p:val>
                                        </p:tav>
                                      </p:tavLst>
                                    </p:anim>
                                    <p:anim calcmode="lin" valueType="num">
                                      <p:cBhvr additive="base">
                                        <p:cTn id="8" dur="500" fill="hold"/>
                                        <p:tgtEl>
                                          <p:spTgt spid="11"/>
                                        </p:tgtEl>
                                        <p:attrNameLst>
                                          <p:attrName>ppt_y</p:attrName>
                                        </p:attrNameLst>
                                      </p:cBhvr>
                                      <p:tavLst>
                                        <p:tav tm="0">
                                          <p:val>
                                            <p:strVal val="#ppt_y"/>
                                          </p:val>
                                        </p:tav>
                                        <p:tav tm="100000">
                                          <p:val>
                                            <p:strVal val="#ppt_y"/>
                                          </p:val>
                                        </p:tav>
                                      </p:tavLst>
                                    </p:anim>
                                  </p:childTnLst>
                                </p:cTn>
                              </p:par>
                              <p:par>
                                <p:cTn id="9" presetID="2" presetClass="entr" presetSubtype="2" fill="hold" grpId="0" nodeType="withEffect">
                                  <p:stCondLst>
                                    <p:cond delay="0"/>
                                  </p:stCondLst>
                                  <p:childTnLst>
                                    <p:set>
                                      <p:cBhvr>
                                        <p:cTn id="10" dur="1" fill="hold">
                                          <p:stCondLst>
                                            <p:cond delay="0"/>
                                          </p:stCondLst>
                                        </p:cTn>
                                        <p:tgtEl>
                                          <p:spTgt spid="12"/>
                                        </p:tgtEl>
                                        <p:attrNameLst>
                                          <p:attrName>style.visibility</p:attrName>
                                        </p:attrNameLst>
                                      </p:cBhvr>
                                      <p:to>
                                        <p:strVal val="visible"/>
                                      </p:to>
                                    </p:set>
                                    <p:anim calcmode="lin" valueType="num">
                                      <p:cBhvr additive="base">
                                        <p:cTn id="11" dur="500" fill="hold"/>
                                        <p:tgtEl>
                                          <p:spTgt spid="12"/>
                                        </p:tgtEl>
                                        <p:attrNameLst>
                                          <p:attrName>ppt_x</p:attrName>
                                        </p:attrNameLst>
                                      </p:cBhvr>
                                      <p:tavLst>
                                        <p:tav tm="0">
                                          <p:val>
                                            <p:strVal val="1+#ppt_w/2"/>
                                          </p:val>
                                        </p:tav>
                                        <p:tav tm="100000">
                                          <p:val>
                                            <p:strVal val="#ppt_x"/>
                                          </p:val>
                                        </p:tav>
                                      </p:tavLst>
                                    </p:anim>
                                    <p:anim calcmode="lin" valueType="num">
                                      <p:cBhvr additive="base">
                                        <p:cTn id="12" dur="500" fill="hold"/>
                                        <p:tgtEl>
                                          <p:spTgt spid="1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 name="Freeform: Shape 12">
            <a:extLst>
              <a:ext uri="{FF2B5EF4-FFF2-40B4-BE49-F238E27FC236}">
                <a16:creationId xmlns:a16="http://schemas.microsoft.com/office/drawing/2014/main" id="{D5DB1EDF-15E7-4595-B452-9F91462EA50E}"/>
              </a:ext>
            </a:extLst>
          </p:cNvPr>
          <p:cNvSpPr/>
          <p:nvPr/>
        </p:nvSpPr>
        <p:spPr>
          <a:xfrm rot="10800000">
            <a:off x="303282" y="152400"/>
            <a:ext cx="687317" cy="538678"/>
          </a:xfrm>
          <a:custGeom>
            <a:avLst/>
            <a:gdLst>
              <a:gd name="connsiteX0" fmla="*/ 9526 w 3470338"/>
              <a:gd name="connsiteY0" fmla="*/ 0 h 6346429"/>
              <a:gd name="connsiteX1" fmla="*/ 3470338 w 3470338"/>
              <a:gd name="connsiteY1" fmla="*/ 0 h 6346429"/>
              <a:gd name="connsiteX2" fmla="*/ 3470338 w 3470338"/>
              <a:gd name="connsiteY2" fmla="*/ 6346429 h 6346429"/>
              <a:gd name="connsiteX3" fmla="*/ 9526 w 3470338"/>
              <a:gd name="connsiteY3" fmla="*/ 6346429 h 6346429"/>
              <a:gd name="connsiteX4" fmla="*/ 7830 w 3470338"/>
              <a:gd name="connsiteY4" fmla="*/ 5754489 h 6346429"/>
              <a:gd name="connsiteX5" fmla="*/ 1066800 w 3470338"/>
              <a:gd name="connsiteY5" fmla="*/ 5754489 h 6346429"/>
              <a:gd name="connsiteX6" fmla="*/ 1066800 w 3470338"/>
              <a:gd name="connsiteY6" fmla="*/ 3173214 h 6346429"/>
              <a:gd name="connsiteX7" fmla="*/ 437 w 3470338"/>
              <a:gd name="connsiteY7" fmla="*/ 3173214 h 6346429"/>
              <a:gd name="connsiteX8" fmla="*/ 0 w 3470338"/>
              <a:gd name="connsiteY8" fmla="*/ 3020814 h 6346429"/>
              <a:gd name="connsiteX9" fmla="*/ 9526 w 3470338"/>
              <a:gd name="connsiteY9" fmla="*/ 0 h 6346429"/>
              <a:gd name="connsiteX0" fmla="*/ 9526 w 3470338"/>
              <a:gd name="connsiteY0" fmla="*/ 0 h 6346429"/>
              <a:gd name="connsiteX1" fmla="*/ 3470338 w 3470338"/>
              <a:gd name="connsiteY1" fmla="*/ 0 h 6346429"/>
              <a:gd name="connsiteX2" fmla="*/ 3470338 w 3470338"/>
              <a:gd name="connsiteY2" fmla="*/ 6346429 h 6346429"/>
              <a:gd name="connsiteX3" fmla="*/ 9526 w 3470338"/>
              <a:gd name="connsiteY3" fmla="*/ 6346429 h 6346429"/>
              <a:gd name="connsiteX4" fmla="*/ 7830 w 3470338"/>
              <a:gd name="connsiteY4" fmla="*/ 5754489 h 6346429"/>
              <a:gd name="connsiteX5" fmla="*/ 1066800 w 3470338"/>
              <a:gd name="connsiteY5" fmla="*/ 5754489 h 6346429"/>
              <a:gd name="connsiteX6" fmla="*/ 437 w 3470338"/>
              <a:gd name="connsiteY6" fmla="*/ 3173214 h 6346429"/>
              <a:gd name="connsiteX7" fmla="*/ 0 w 3470338"/>
              <a:gd name="connsiteY7" fmla="*/ 3020814 h 6346429"/>
              <a:gd name="connsiteX8" fmla="*/ 9526 w 3470338"/>
              <a:gd name="connsiteY8" fmla="*/ 0 h 6346429"/>
              <a:gd name="connsiteX0" fmla="*/ 1066800 w 3470338"/>
              <a:gd name="connsiteY0" fmla="*/ 5754489 h 6346429"/>
              <a:gd name="connsiteX1" fmla="*/ 437 w 3470338"/>
              <a:gd name="connsiteY1" fmla="*/ 3173214 h 6346429"/>
              <a:gd name="connsiteX2" fmla="*/ 0 w 3470338"/>
              <a:gd name="connsiteY2" fmla="*/ 3020814 h 6346429"/>
              <a:gd name="connsiteX3" fmla="*/ 9526 w 3470338"/>
              <a:gd name="connsiteY3" fmla="*/ 0 h 6346429"/>
              <a:gd name="connsiteX4" fmla="*/ 3470338 w 3470338"/>
              <a:gd name="connsiteY4" fmla="*/ 0 h 6346429"/>
              <a:gd name="connsiteX5" fmla="*/ 3470338 w 3470338"/>
              <a:gd name="connsiteY5" fmla="*/ 6346429 h 6346429"/>
              <a:gd name="connsiteX6" fmla="*/ 9526 w 3470338"/>
              <a:gd name="connsiteY6" fmla="*/ 6346429 h 6346429"/>
              <a:gd name="connsiteX7" fmla="*/ 7830 w 3470338"/>
              <a:gd name="connsiteY7" fmla="*/ 5754489 h 6346429"/>
              <a:gd name="connsiteX8" fmla="*/ 1158240 w 3470338"/>
              <a:gd name="connsiteY8" fmla="*/ 5845929 h 6346429"/>
              <a:gd name="connsiteX0" fmla="*/ 437 w 3470338"/>
              <a:gd name="connsiteY0" fmla="*/ 3173214 h 6346429"/>
              <a:gd name="connsiteX1" fmla="*/ 0 w 3470338"/>
              <a:gd name="connsiteY1" fmla="*/ 3020814 h 6346429"/>
              <a:gd name="connsiteX2" fmla="*/ 9526 w 3470338"/>
              <a:gd name="connsiteY2" fmla="*/ 0 h 6346429"/>
              <a:gd name="connsiteX3" fmla="*/ 3470338 w 3470338"/>
              <a:gd name="connsiteY3" fmla="*/ 0 h 6346429"/>
              <a:gd name="connsiteX4" fmla="*/ 3470338 w 3470338"/>
              <a:gd name="connsiteY4" fmla="*/ 6346429 h 6346429"/>
              <a:gd name="connsiteX5" fmla="*/ 9526 w 3470338"/>
              <a:gd name="connsiteY5" fmla="*/ 6346429 h 6346429"/>
              <a:gd name="connsiteX6" fmla="*/ 7830 w 3470338"/>
              <a:gd name="connsiteY6" fmla="*/ 5754489 h 6346429"/>
              <a:gd name="connsiteX7" fmla="*/ 1158240 w 3470338"/>
              <a:gd name="connsiteY7" fmla="*/ 5845929 h 6346429"/>
              <a:gd name="connsiteX0" fmla="*/ 437 w 3470338"/>
              <a:gd name="connsiteY0" fmla="*/ 3173214 h 6346429"/>
              <a:gd name="connsiteX1" fmla="*/ 0 w 3470338"/>
              <a:gd name="connsiteY1" fmla="*/ 3020814 h 6346429"/>
              <a:gd name="connsiteX2" fmla="*/ 9526 w 3470338"/>
              <a:gd name="connsiteY2" fmla="*/ 0 h 6346429"/>
              <a:gd name="connsiteX3" fmla="*/ 3470338 w 3470338"/>
              <a:gd name="connsiteY3" fmla="*/ 0 h 6346429"/>
              <a:gd name="connsiteX4" fmla="*/ 3470338 w 3470338"/>
              <a:gd name="connsiteY4" fmla="*/ 6346429 h 6346429"/>
              <a:gd name="connsiteX5" fmla="*/ 9526 w 3470338"/>
              <a:gd name="connsiteY5" fmla="*/ 6346429 h 6346429"/>
              <a:gd name="connsiteX6" fmla="*/ 7830 w 3470338"/>
              <a:gd name="connsiteY6" fmla="*/ 5754489 h 63464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470338" h="6346429">
                <a:moveTo>
                  <a:pt x="437" y="3173214"/>
                </a:moveTo>
                <a:cubicBezTo>
                  <a:pt x="291" y="3122414"/>
                  <a:pt x="146" y="3071614"/>
                  <a:pt x="0" y="3020814"/>
                </a:cubicBezTo>
                <a:cubicBezTo>
                  <a:pt x="3175" y="2013876"/>
                  <a:pt x="6351" y="1006938"/>
                  <a:pt x="9526" y="0"/>
                </a:cubicBezTo>
                <a:lnTo>
                  <a:pt x="3470338" y="0"/>
                </a:lnTo>
                <a:lnTo>
                  <a:pt x="3470338" y="6346429"/>
                </a:lnTo>
                <a:lnTo>
                  <a:pt x="9526" y="6346429"/>
                </a:lnTo>
                <a:cubicBezTo>
                  <a:pt x="8961" y="6149116"/>
                  <a:pt x="8395" y="5951802"/>
                  <a:pt x="7830" y="5754489"/>
                </a:cubicBezTo>
              </a:path>
            </a:pathLst>
          </a:custGeom>
          <a:noFill/>
          <a:ln w="28575">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Light"/>
              <a:ea typeface="+mn-ea"/>
              <a:cs typeface="+mn-cs"/>
            </a:endParaRPr>
          </a:p>
        </p:txBody>
      </p:sp>
      <p:sp>
        <p:nvSpPr>
          <p:cNvPr id="17" name="Rectangle 16">
            <a:extLst>
              <a:ext uri="{FF2B5EF4-FFF2-40B4-BE49-F238E27FC236}">
                <a16:creationId xmlns:a16="http://schemas.microsoft.com/office/drawing/2014/main" id="{A6D7F3A7-E826-483A-9877-87B3A877C04B}"/>
              </a:ext>
            </a:extLst>
          </p:cNvPr>
          <p:cNvSpPr/>
          <p:nvPr/>
        </p:nvSpPr>
        <p:spPr>
          <a:xfrm>
            <a:off x="0" y="6375400"/>
            <a:ext cx="800100" cy="330200"/>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fld id="{8EE4A758-C4C8-4DAE-BDEE-609B1B8EFD29}" type="slidenum">
              <a:rPr kumimoji="0" lang="en-US" sz="1000" b="0" i="0" u="none" strike="noStrike" kern="1200" cap="none" spc="0" normalizeH="0" baseline="0" noProof="0" smtClean="0">
                <a:ln>
                  <a:noFill/>
                </a:ln>
                <a:solidFill>
                  <a:prstClr val="white"/>
                </a:solidFill>
                <a:effectLst/>
                <a:uLnTx/>
                <a:uFillTx/>
                <a:latin typeface="Calibri Light"/>
                <a:ea typeface="+mn-ea"/>
                <a:cs typeface="+mn-cs"/>
              </a:rPr>
              <a:t>13</a:t>
            </a:fld>
            <a:endParaRPr kumimoji="0" lang="en-US" sz="1000" b="0" i="0" u="none" strike="noStrike" kern="1200" cap="none" spc="0" normalizeH="0" baseline="0" noProof="0" dirty="0">
              <a:ln>
                <a:noFill/>
              </a:ln>
              <a:solidFill>
                <a:prstClr val="white"/>
              </a:solidFill>
              <a:effectLst/>
              <a:uLnTx/>
              <a:uFillTx/>
              <a:latin typeface="Calibri Light"/>
              <a:ea typeface="+mn-ea"/>
              <a:cs typeface="+mn-cs"/>
            </a:endParaRPr>
          </a:p>
        </p:txBody>
      </p:sp>
      <p:sp>
        <p:nvSpPr>
          <p:cNvPr id="10" name="TextBox 9">
            <a:extLst>
              <a:ext uri="{FF2B5EF4-FFF2-40B4-BE49-F238E27FC236}">
                <a16:creationId xmlns:a16="http://schemas.microsoft.com/office/drawing/2014/main" id="{84E30B14-43CA-4E7D-936F-23507881ADF8}"/>
              </a:ext>
            </a:extLst>
          </p:cNvPr>
          <p:cNvSpPr txBox="1"/>
          <p:nvPr/>
        </p:nvSpPr>
        <p:spPr>
          <a:xfrm>
            <a:off x="1185732" y="190905"/>
            <a:ext cx="6829425" cy="492443"/>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3200" dirty="0">
                <a:solidFill>
                  <a:prstClr val="black">
                    <a:lumMod val="75000"/>
                    <a:lumOff val="25000"/>
                  </a:prstClr>
                </a:solidFill>
                <a:latin typeface="Bahnschrift SemiBold Condensed" panose="020B0502040204020203" pitchFamily="34" charset="0"/>
              </a:rPr>
              <a:t>SÉ</a:t>
            </a:r>
            <a:r>
              <a:rPr kumimoji="0" lang="en-US" sz="3200" b="0" i="0" u="none" strike="noStrike" kern="1200" cap="none" spc="0" normalizeH="0" baseline="0" noProof="0" dirty="0">
                <a:ln>
                  <a:noFill/>
                </a:ln>
                <a:solidFill>
                  <a:prstClr val="black">
                    <a:lumMod val="75000"/>
                    <a:lumOff val="25000"/>
                  </a:prstClr>
                </a:solidFill>
                <a:effectLst/>
                <a:uLnTx/>
                <a:uFillTx/>
                <a:latin typeface="Bahnschrift SemiBold Condensed" panose="020B0502040204020203" pitchFamily="34" charset="0"/>
                <a:ea typeface="+mn-ea"/>
                <a:cs typeface="+mn-cs"/>
              </a:rPr>
              <a:t>LECTION DES </a:t>
            </a:r>
            <a:r>
              <a:rPr lang="en-US" sz="3200" dirty="0">
                <a:solidFill>
                  <a:prstClr val="black">
                    <a:lumMod val="75000"/>
                    <a:lumOff val="25000"/>
                  </a:prstClr>
                </a:solidFill>
                <a:latin typeface="Bahnschrift SemiBold Condensed" panose="020B0502040204020203" pitchFamily="34" charset="0"/>
              </a:rPr>
              <a:t>TECHNIQUES</a:t>
            </a:r>
            <a:r>
              <a:rPr kumimoji="0" lang="en-US" sz="3200" b="0" i="0" u="none" strike="noStrike" kern="1200" cap="none" spc="0" normalizeH="0" baseline="0" noProof="0" dirty="0">
                <a:ln>
                  <a:noFill/>
                </a:ln>
                <a:solidFill>
                  <a:prstClr val="black">
                    <a:lumMod val="75000"/>
                    <a:lumOff val="25000"/>
                  </a:prstClr>
                </a:solidFill>
                <a:effectLst/>
                <a:uLnTx/>
                <a:uFillTx/>
                <a:latin typeface="Bahnschrift SemiBold Condensed" panose="020B0502040204020203" pitchFamily="34" charset="0"/>
                <a:ea typeface="+mn-ea"/>
                <a:cs typeface="+mn-cs"/>
              </a:rPr>
              <a:t> DE ML</a:t>
            </a:r>
          </a:p>
        </p:txBody>
      </p:sp>
      <p:sp>
        <p:nvSpPr>
          <p:cNvPr id="2" name="ZoneTexte 1">
            <a:extLst>
              <a:ext uri="{FF2B5EF4-FFF2-40B4-BE49-F238E27FC236}">
                <a16:creationId xmlns:a16="http://schemas.microsoft.com/office/drawing/2014/main" id="{D1A335EE-1E6C-46D5-80EE-740B779FFE8D}"/>
              </a:ext>
            </a:extLst>
          </p:cNvPr>
          <p:cNvSpPr txBox="1"/>
          <p:nvPr/>
        </p:nvSpPr>
        <p:spPr>
          <a:xfrm>
            <a:off x="423962" y="206293"/>
            <a:ext cx="486030"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2400" b="1" i="0" u="none" strike="noStrike" kern="1200" cap="none" spc="0" normalizeH="0" baseline="0" noProof="0" dirty="0">
                <a:ln>
                  <a:noFill/>
                </a:ln>
                <a:solidFill>
                  <a:schemeClr val="accent5">
                    <a:lumMod val="75000"/>
                  </a:schemeClr>
                </a:solidFill>
                <a:effectLst/>
                <a:uLnTx/>
                <a:uFillTx/>
                <a:latin typeface="Bahnschrift SemiBold Condensed" panose="020B0502040204020203" pitchFamily="34" charset="0"/>
                <a:ea typeface="+mn-ea"/>
                <a:cs typeface="+mn-cs"/>
              </a:rPr>
              <a:t>03.</a:t>
            </a:r>
          </a:p>
        </p:txBody>
      </p:sp>
      <p:sp>
        <p:nvSpPr>
          <p:cNvPr id="14" name="ZoneTexte 13">
            <a:extLst>
              <a:ext uri="{FF2B5EF4-FFF2-40B4-BE49-F238E27FC236}">
                <a16:creationId xmlns:a16="http://schemas.microsoft.com/office/drawing/2014/main" id="{4FFCFE00-C490-4320-A205-F8142D1DED5C}"/>
              </a:ext>
            </a:extLst>
          </p:cNvPr>
          <p:cNvSpPr txBox="1"/>
          <p:nvPr/>
        </p:nvSpPr>
        <p:spPr>
          <a:xfrm>
            <a:off x="1105125" y="631924"/>
            <a:ext cx="6154918" cy="400110"/>
          </a:xfrm>
          <a:prstGeom prst="rect">
            <a:avLst/>
          </a:prstGeom>
          <a:noFill/>
        </p:spPr>
        <p:txBody>
          <a:bodyPr wrap="square" rtlCol="0">
            <a:spAutoFit/>
          </a:bodyPr>
          <a:lstStyle/>
          <a:p>
            <a:r>
              <a:rPr lang="fr-FR" sz="2000" dirty="0">
                <a:solidFill>
                  <a:schemeClr val="accent5">
                    <a:lumMod val="75000"/>
                  </a:schemeClr>
                </a:solidFill>
                <a:latin typeface="Bahnschrift SemiLight Condensed" panose="020B0502040204020203" pitchFamily="34" charset="0"/>
                <a:cs typeface="Calibri" panose="020F0502020204030204" pitchFamily="34" charset="0"/>
              </a:rPr>
              <a:t>MODÉLE CHOISI </a:t>
            </a:r>
          </a:p>
        </p:txBody>
      </p:sp>
      <p:sp>
        <p:nvSpPr>
          <p:cNvPr id="3" name="Forme libre : forme 2">
            <a:extLst>
              <a:ext uri="{FF2B5EF4-FFF2-40B4-BE49-F238E27FC236}">
                <a16:creationId xmlns:a16="http://schemas.microsoft.com/office/drawing/2014/main" id="{C2D581F7-3769-42F4-A8D5-3F3B189EFDC3}"/>
              </a:ext>
            </a:extLst>
          </p:cNvPr>
          <p:cNvSpPr/>
          <p:nvPr/>
        </p:nvSpPr>
        <p:spPr>
          <a:xfrm>
            <a:off x="264172" y="1074195"/>
            <a:ext cx="200651" cy="5301205"/>
          </a:xfrm>
          <a:custGeom>
            <a:avLst/>
            <a:gdLst>
              <a:gd name="connsiteX0" fmla="*/ 13636 w 200651"/>
              <a:gd name="connsiteY0" fmla="*/ 0 h 5301205"/>
              <a:gd name="connsiteX1" fmla="*/ 175681 w 200651"/>
              <a:gd name="connsiteY1" fmla="*/ 1134319 h 5301205"/>
              <a:gd name="connsiteX2" fmla="*/ 2061 w 200651"/>
              <a:gd name="connsiteY2" fmla="*/ 2210764 h 5301205"/>
              <a:gd name="connsiteX3" fmla="*/ 198831 w 200651"/>
              <a:gd name="connsiteY3" fmla="*/ 3090440 h 5301205"/>
              <a:gd name="connsiteX4" fmla="*/ 94659 w 200651"/>
              <a:gd name="connsiteY4" fmla="*/ 4178460 h 5301205"/>
              <a:gd name="connsiteX5" fmla="*/ 2061 w 200651"/>
              <a:gd name="connsiteY5" fmla="*/ 4988688 h 5301205"/>
              <a:gd name="connsiteX6" fmla="*/ 187256 w 200651"/>
              <a:gd name="connsiteY6" fmla="*/ 5301205 h 53012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00651" h="5301205">
                <a:moveTo>
                  <a:pt x="13636" y="0"/>
                </a:moveTo>
                <a:cubicBezTo>
                  <a:pt x="95623" y="382929"/>
                  <a:pt x="177610" y="765858"/>
                  <a:pt x="175681" y="1134319"/>
                </a:cubicBezTo>
                <a:cubicBezTo>
                  <a:pt x="173752" y="1502780"/>
                  <a:pt x="-1797" y="1884744"/>
                  <a:pt x="2061" y="2210764"/>
                </a:cubicBezTo>
                <a:cubicBezTo>
                  <a:pt x="5919" y="2536784"/>
                  <a:pt x="183398" y="2762491"/>
                  <a:pt x="198831" y="3090440"/>
                </a:cubicBezTo>
                <a:cubicBezTo>
                  <a:pt x="214264" y="3418389"/>
                  <a:pt x="127454" y="3862085"/>
                  <a:pt x="94659" y="4178460"/>
                </a:cubicBezTo>
                <a:cubicBezTo>
                  <a:pt x="61864" y="4494835"/>
                  <a:pt x="-13372" y="4801564"/>
                  <a:pt x="2061" y="4988688"/>
                </a:cubicBezTo>
                <a:cubicBezTo>
                  <a:pt x="17494" y="5175812"/>
                  <a:pt x="164107" y="5212466"/>
                  <a:pt x="187256" y="5301205"/>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 name="Forme libre : forme 6">
            <a:extLst>
              <a:ext uri="{FF2B5EF4-FFF2-40B4-BE49-F238E27FC236}">
                <a16:creationId xmlns:a16="http://schemas.microsoft.com/office/drawing/2014/main" id="{8C1D3AB6-FBBD-4271-A1FA-ED106F0A9E30}"/>
              </a:ext>
            </a:extLst>
          </p:cNvPr>
          <p:cNvSpPr/>
          <p:nvPr/>
        </p:nvSpPr>
        <p:spPr>
          <a:xfrm>
            <a:off x="11551689" y="-72351"/>
            <a:ext cx="385263" cy="6886937"/>
          </a:xfrm>
          <a:custGeom>
            <a:avLst/>
            <a:gdLst>
              <a:gd name="connsiteX0" fmla="*/ 28484 w 385263"/>
              <a:gd name="connsiteY0" fmla="*/ 0 h 6886937"/>
              <a:gd name="connsiteX1" fmla="*/ 144231 w 385263"/>
              <a:gd name="connsiteY1" fmla="*/ 567159 h 6886937"/>
              <a:gd name="connsiteX2" fmla="*/ 5335 w 385263"/>
              <a:gd name="connsiteY2" fmla="*/ 1377387 h 6886937"/>
              <a:gd name="connsiteX3" fmla="*/ 63208 w 385263"/>
              <a:gd name="connsiteY3" fmla="*/ 2002420 h 6886937"/>
              <a:gd name="connsiteX4" fmla="*/ 375724 w 385263"/>
              <a:gd name="connsiteY4" fmla="*/ 3333509 h 6886937"/>
              <a:gd name="connsiteX5" fmla="*/ 283127 w 385263"/>
              <a:gd name="connsiteY5" fmla="*/ 4641448 h 6886937"/>
              <a:gd name="connsiteX6" fmla="*/ 63208 w 385263"/>
              <a:gd name="connsiteY6" fmla="*/ 5683170 h 6886937"/>
              <a:gd name="connsiteX7" fmla="*/ 155805 w 385263"/>
              <a:gd name="connsiteY7" fmla="*/ 6886937 h 68869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5263" h="6886937">
                <a:moveTo>
                  <a:pt x="28484" y="0"/>
                </a:moveTo>
                <a:cubicBezTo>
                  <a:pt x="88286" y="168797"/>
                  <a:pt x="148089" y="337595"/>
                  <a:pt x="144231" y="567159"/>
                </a:cubicBezTo>
                <a:cubicBezTo>
                  <a:pt x="140373" y="796723"/>
                  <a:pt x="18839" y="1138177"/>
                  <a:pt x="5335" y="1377387"/>
                </a:cubicBezTo>
                <a:cubicBezTo>
                  <a:pt x="-8169" y="1616597"/>
                  <a:pt x="1476" y="1676400"/>
                  <a:pt x="63208" y="2002420"/>
                </a:cubicBezTo>
                <a:cubicBezTo>
                  <a:pt x="124940" y="2328440"/>
                  <a:pt x="339071" y="2893671"/>
                  <a:pt x="375724" y="3333509"/>
                </a:cubicBezTo>
                <a:cubicBezTo>
                  <a:pt x="412377" y="3773347"/>
                  <a:pt x="335213" y="4249838"/>
                  <a:pt x="283127" y="4641448"/>
                </a:cubicBezTo>
                <a:cubicBezTo>
                  <a:pt x="231041" y="5033058"/>
                  <a:pt x="84428" y="5308922"/>
                  <a:pt x="63208" y="5683170"/>
                </a:cubicBezTo>
                <a:cubicBezTo>
                  <a:pt x="41988" y="6057418"/>
                  <a:pt x="142301" y="6694026"/>
                  <a:pt x="155805" y="6886937"/>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Forme libre : forme 7">
            <a:extLst>
              <a:ext uri="{FF2B5EF4-FFF2-40B4-BE49-F238E27FC236}">
                <a16:creationId xmlns:a16="http://schemas.microsoft.com/office/drawing/2014/main" id="{21319BAD-4C63-4945-94B4-0D3F6E51C45A}"/>
              </a:ext>
            </a:extLst>
          </p:cNvPr>
          <p:cNvSpPr/>
          <p:nvPr/>
        </p:nvSpPr>
        <p:spPr>
          <a:xfrm>
            <a:off x="11431882" y="0"/>
            <a:ext cx="455609" cy="6840638"/>
          </a:xfrm>
          <a:custGeom>
            <a:avLst/>
            <a:gdLst>
              <a:gd name="connsiteX0" fmla="*/ 291238 w 455609"/>
              <a:gd name="connsiteY0" fmla="*/ 0 h 6840638"/>
              <a:gd name="connsiteX1" fmla="*/ 1871 w 455609"/>
              <a:gd name="connsiteY1" fmla="*/ 636607 h 6840638"/>
              <a:gd name="connsiteX2" fmla="*/ 163917 w 455609"/>
              <a:gd name="connsiteY2" fmla="*/ 1898248 h 6840638"/>
              <a:gd name="connsiteX3" fmla="*/ 106043 w 455609"/>
              <a:gd name="connsiteY3" fmla="*/ 3044141 h 6840638"/>
              <a:gd name="connsiteX4" fmla="*/ 453284 w 455609"/>
              <a:gd name="connsiteY4" fmla="*/ 4942390 h 6840638"/>
              <a:gd name="connsiteX5" fmla="*/ 256514 w 455609"/>
              <a:gd name="connsiteY5" fmla="*/ 6123007 h 6840638"/>
              <a:gd name="connsiteX6" fmla="*/ 233365 w 455609"/>
              <a:gd name="connsiteY6" fmla="*/ 6840638 h 68406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55609" h="6840638">
                <a:moveTo>
                  <a:pt x="291238" y="0"/>
                </a:moveTo>
                <a:cubicBezTo>
                  <a:pt x="157164" y="160116"/>
                  <a:pt x="23091" y="320232"/>
                  <a:pt x="1871" y="636607"/>
                </a:cubicBezTo>
                <a:cubicBezTo>
                  <a:pt x="-19349" y="952982"/>
                  <a:pt x="146555" y="1496992"/>
                  <a:pt x="163917" y="1898248"/>
                </a:cubicBezTo>
                <a:cubicBezTo>
                  <a:pt x="181279" y="2299504"/>
                  <a:pt x="57815" y="2536784"/>
                  <a:pt x="106043" y="3044141"/>
                </a:cubicBezTo>
                <a:cubicBezTo>
                  <a:pt x="154271" y="3551498"/>
                  <a:pt x="428206" y="4429246"/>
                  <a:pt x="453284" y="4942390"/>
                </a:cubicBezTo>
                <a:cubicBezTo>
                  <a:pt x="478362" y="5455534"/>
                  <a:pt x="293167" y="5806632"/>
                  <a:pt x="256514" y="6123007"/>
                </a:cubicBezTo>
                <a:cubicBezTo>
                  <a:pt x="219861" y="6439382"/>
                  <a:pt x="252656" y="6618790"/>
                  <a:pt x="233365" y="6840638"/>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Forme libre : forme 8">
            <a:extLst>
              <a:ext uri="{FF2B5EF4-FFF2-40B4-BE49-F238E27FC236}">
                <a16:creationId xmlns:a16="http://schemas.microsoft.com/office/drawing/2014/main" id="{760C686D-8BC9-4EE2-96EB-28BC8C837A54}"/>
              </a:ext>
            </a:extLst>
          </p:cNvPr>
          <p:cNvSpPr/>
          <p:nvPr/>
        </p:nvSpPr>
        <p:spPr>
          <a:xfrm>
            <a:off x="11744282" y="0"/>
            <a:ext cx="335880" cy="6840638"/>
          </a:xfrm>
          <a:custGeom>
            <a:avLst/>
            <a:gdLst>
              <a:gd name="connsiteX0" fmla="*/ 220133 w 335880"/>
              <a:gd name="connsiteY0" fmla="*/ 0 h 6840638"/>
              <a:gd name="connsiteX1" fmla="*/ 81237 w 335880"/>
              <a:gd name="connsiteY1" fmla="*/ 1053297 h 6840638"/>
              <a:gd name="connsiteX2" fmla="*/ 208558 w 335880"/>
              <a:gd name="connsiteY2" fmla="*/ 2754775 h 6840638"/>
              <a:gd name="connsiteX3" fmla="*/ 214 w 335880"/>
              <a:gd name="connsiteY3" fmla="*/ 3565003 h 6840638"/>
              <a:gd name="connsiteX4" fmla="*/ 254857 w 335880"/>
              <a:gd name="connsiteY4" fmla="*/ 5162309 h 6840638"/>
              <a:gd name="connsiteX5" fmla="*/ 335880 w 335880"/>
              <a:gd name="connsiteY5" fmla="*/ 6840638 h 68406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35880" h="6840638">
                <a:moveTo>
                  <a:pt x="220133" y="0"/>
                </a:moveTo>
                <a:cubicBezTo>
                  <a:pt x="151649" y="297084"/>
                  <a:pt x="83166" y="594168"/>
                  <a:pt x="81237" y="1053297"/>
                </a:cubicBezTo>
                <a:cubicBezTo>
                  <a:pt x="79308" y="1512426"/>
                  <a:pt x="222062" y="2336157"/>
                  <a:pt x="208558" y="2754775"/>
                </a:cubicBezTo>
                <a:cubicBezTo>
                  <a:pt x="195054" y="3173393"/>
                  <a:pt x="-7502" y="3163747"/>
                  <a:pt x="214" y="3565003"/>
                </a:cubicBezTo>
                <a:cubicBezTo>
                  <a:pt x="7930" y="3966259"/>
                  <a:pt x="198913" y="4616370"/>
                  <a:pt x="254857" y="5162309"/>
                </a:cubicBezTo>
                <a:cubicBezTo>
                  <a:pt x="310801" y="5708248"/>
                  <a:pt x="299227" y="6456744"/>
                  <a:pt x="335880" y="6840638"/>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aphicFrame>
        <p:nvGraphicFramePr>
          <p:cNvPr id="5" name="ZoneTexte 8">
            <a:extLst>
              <a:ext uri="{FF2B5EF4-FFF2-40B4-BE49-F238E27FC236}">
                <a16:creationId xmlns:a16="http://schemas.microsoft.com/office/drawing/2014/main" id="{087AB47F-765E-F78B-6647-E5EB11C569C6}"/>
              </a:ext>
            </a:extLst>
          </p:cNvPr>
          <p:cNvGraphicFramePr/>
          <p:nvPr>
            <p:extLst>
              <p:ext uri="{D42A27DB-BD31-4B8C-83A1-F6EECF244321}">
                <p14:modId xmlns:p14="http://schemas.microsoft.com/office/powerpoint/2010/main" val="2199132480"/>
              </p:ext>
            </p:extLst>
          </p:nvPr>
        </p:nvGraphicFramePr>
        <p:xfrm>
          <a:off x="665970" y="1976633"/>
          <a:ext cx="10860059" cy="335080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408032008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600">
        <p159:morph option="byObject"/>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B73F9C-6C1D-0F32-0AFE-39C5F449FF87}"/>
            </a:ext>
          </a:extLst>
        </p:cNvPr>
        <p:cNvGrpSpPr/>
        <p:nvPr/>
      </p:nvGrpSpPr>
      <p:grpSpPr>
        <a:xfrm>
          <a:off x="0" y="0"/>
          <a:ext cx="0" cy="0"/>
          <a:chOff x="0" y="0"/>
          <a:chExt cx="0" cy="0"/>
        </a:xfrm>
      </p:grpSpPr>
      <p:sp>
        <p:nvSpPr>
          <p:cNvPr id="87" name="Rectangle 86">
            <a:extLst>
              <a:ext uri="{FF2B5EF4-FFF2-40B4-BE49-F238E27FC236}">
                <a16:creationId xmlns:a16="http://schemas.microsoft.com/office/drawing/2014/main" id="{4D67BD49-8A6F-4948-BDA6-F87E68AECC99}"/>
              </a:ext>
            </a:extLst>
          </p:cNvPr>
          <p:cNvSpPr/>
          <p:nvPr/>
        </p:nvSpPr>
        <p:spPr>
          <a:xfrm>
            <a:off x="3848100" y="0"/>
            <a:ext cx="4495800" cy="6858000"/>
          </a:xfrm>
          <a:prstGeom prst="rect">
            <a:avLst/>
          </a:prstGeom>
          <a:solidFill>
            <a:schemeClr val="accent5">
              <a:lumMod val="75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Bahnschrift SemiBold Condensed" panose="020B0502040204020203" pitchFamily="34" charset="0"/>
              <a:ea typeface="+mn-ea"/>
              <a:cs typeface="+mn-cs"/>
            </a:endParaRPr>
          </a:p>
        </p:txBody>
      </p:sp>
      <p:sp>
        <p:nvSpPr>
          <p:cNvPr id="88" name="Rectangle 87">
            <a:extLst>
              <a:ext uri="{FF2B5EF4-FFF2-40B4-BE49-F238E27FC236}">
                <a16:creationId xmlns:a16="http://schemas.microsoft.com/office/drawing/2014/main" id="{DBF81B98-38A8-C68C-9FC1-0C4BCAE755EE}"/>
              </a:ext>
            </a:extLst>
          </p:cNvPr>
          <p:cNvSpPr/>
          <p:nvPr/>
        </p:nvSpPr>
        <p:spPr>
          <a:xfrm>
            <a:off x="3625850" y="2882900"/>
            <a:ext cx="4940300" cy="2768600"/>
          </a:xfrm>
          <a:prstGeom prst="rect">
            <a:avLst/>
          </a:prstGeom>
          <a:noFill/>
          <a:ln w="19050">
            <a:solidFill>
              <a:schemeClr val="bg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Bahnschrift SemiBold Condensed" panose="020B0502040204020203" pitchFamily="34" charset="0"/>
              <a:ea typeface="+mn-ea"/>
              <a:cs typeface="+mn-cs"/>
            </a:endParaRPr>
          </a:p>
        </p:txBody>
      </p:sp>
      <p:sp>
        <p:nvSpPr>
          <p:cNvPr id="89" name="TextBox 88">
            <a:extLst>
              <a:ext uri="{FF2B5EF4-FFF2-40B4-BE49-F238E27FC236}">
                <a16:creationId xmlns:a16="http://schemas.microsoft.com/office/drawing/2014/main" id="{E2470ED2-BF19-0F42-4323-F2078FD53E74}"/>
              </a:ext>
            </a:extLst>
          </p:cNvPr>
          <p:cNvSpPr txBox="1"/>
          <p:nvPr/>
        </p:nvSpPr>
        <p:spPr>
          <a:xfrm>
            <a:off x="3848110" y="3618533"/>
            <a:ext cx="4495780" cy="1477328"/>
          </a:xfrm>
          <a:prstGeom prst="rect">
            <a:avLst/>
          </a:prstGeom>
          <a:noFill/>
        </p:spPr>
        <p:txBody>
          <a:bodyPr wrap="square" lIns="0" tIns="0" rIns="0" bIns="0"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4800" b="1" dirty="0">
                <a:solidFill>
                  <a:prstClr val="white"/>
                </a:solidFill>
                <a:latin typeface="Bahnschrift SemiBold Condensed" panose="020B0502040204020203" pitchFamily="34" charset="0"/>
                <a:sym typeface="Poppins"/>
              </a:rPr>
              <a:t>IMPL</a:t>
            </a:r>
            <a:r>
              <a:rPr lang="fr-FR" sz="4800" b="1" dirty="0">
                <a:solidFill>
                  <a:prstClr val="white"/>
                </a:solidFill>
                <a:latin typeface="Bahnschrift SemiBold Condensed" panose="020B0502040204020203" pitchFamily="34" charset="0"/>
              </a:rPr>
              <a:t>É</a:t>
            </a:r>
            <a:r>
              <a:rPr lang="fr-FR" sz="4800" b="1" dirty="0">
                <a:solidFill>
                  <a:prstClr val="white"/>
                </a:solidFill>
                <a:latin typeface="Bahnschrift SemiBold Condensed" panose="020B0502040204020203" pitchFamily="34" charset="0"/>
                <a:sym typeface="Poppins"/>
              </a:rPr>
              <a:t>MENTATION DU SYST</a:t>
            </a:r>
            <a:r>
              <a:rPr lang="fr-FR" sz="4800" b="1" dirty="0">
                <a:solidFill>
                  <a:prstClr val="white"/>
                </a:solidFill>
                <a:latin typeface="Bahnschrift SemiBold Condensed" panose="020B0502040204020203" pitchFamily="34" charset="0"/>
              </a:rPr>
              <a:t>É</a:t>
            </a:r>
            <a:r>
              <a:rPr lang="fr-FR" sz="4800" b="1" dirty="0">
                <a:solidFill>
                  <a:prstClr val="white"/>
                </a:solidFill>
                <a:latin typeface="Bahnschrift SemiBold Condensed" panose="020B0502040204020203" pitchFamily="34" charset="0"/>
                <a:sym typeface="Poppins"/>
              </a:rPr>
              <a:t>ME</a:t>
            </a:r>
            <a:endParaRPr lang="en-US" sz="4800" b="1" dirty="0">
              <a:solidFill>
                <a:prstClr val="white"/>
              </a:solidFill>
              <a:latin typeface="Bahnschrift SemiBold Condensed" panose="020B0502040204020203" pitchFamily="34" charset="0"/>
            </a:endParaRPr>
          </a:p>
        </p:txBody>
      </p:sp>
      <p:sp>
        <p:nvSpPr>
          <p:cNvPr id="2" name="ZoneTexte 1">
            <a:extLst>
              <a:ext uri="{FF2B5EF4-FFF2-40B4-BE49-F238E27FC236}">
                <a16:creationId xmlns:a16="http://schemas.microsoft.com/office/drawing/2014/main" id="{1C26D63B-0DA2-B378-CB86-8BA904C89C61}"/>
              </a:ext>
            </a:extLst>
          </p:cNvPr>
          <p:cNvSpPr txBox="1"/>
          <p:nvPr/>
        </p:nvSpPr>
        <p:spPr>
          <a:xfrm>
            <a:off x="2095500" y="3849360"/>
            <a:ext cx="1752600" cy="1015663"/>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6000" b="1" i="0" u="none" strike="noStrike" kern="1200" cap="none" spc="0" normalizeH="0" baseline="0" noProof="0" dirty="0">
                <a:ln>
                  <a:noFill/>
                </a:ln>
                <a:solidFill>
                  <a:schemeClr val="accent5">
                    <a:lumMod val="75000"/>
                  </a:schemeClr>
                </a:solidFill>
                <a:effectLst/>
                <a:uLnTx/>
                <a:uFillTx/>
                <a:latin typeface="Bahnschrift SemiBold Condensed" panose="020B0502040204020203" pitchFamily="34" charset="0"/>
                <a:ea typeface="+mn-ea"/>
                <a:cs typeface="Andalus" panose="02020603050405020304" pitchFamily="18" charset="-78"/>
              </a:rPr>
              <a:t>04.</a:t>
            </a:r>
          </a:p>
        </p:txBody>
      </p:sp>
      <p:sp>
        <p:nvSpPr>
          <p:cNvPr id="11" name="Rectangle 10">
            <a:extLst>
              <a:ext uri="{FF2B5EF4-FFF2-40B4-BE49-F238E27FC236}">
                <a16:creationId xmlns:a16="http://schemas.microsoft.com/office/drawing/2014/main" id="{B0A04B4B-4336-FADD-A394-0AED3E89BC99}"/>
              </a:ext>
            </a:extLst>
          </p:cNvPr>
          <p:cNvSpPr/>
          <p:nvPr/>
        </p:nvSpPr>
        <p:spPr>
          <a:xfrm>
            <a:off x="-35860" y="3918611"/>
            <a:ext cx="3889376" cy="877163"/>
          </a:xfrm>
          <a:prstGeom prst="rect">
            <a:avLst/>
          </a:prstGeom>
          <a:noFill/>
          <a:ln w="19050">
            <a:solidFill>
              <a:schemeClr val="accent5">
                <a:lumMod val="7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chemeClr val="accent5">
                  <a:lumMod val="75000"/>
                </a:schemeClr>
              </a:solidFill>
              <a:effectLst/>
              <a:uLnTx/>
              <a:uFillTx/>
              <a:latin typeface="Bahnschrift SemiBold Condensed" panose="020B0502040204020203" pitchFamily="34" charset="0"/>
              <a:ea typeface="+mn-ea"/>
              <a:cs typeface="+mn-cs"/>
            </a:endParaRPr>
          </a:p>
        </p:txBody>
      </p:sp>
      <p:sp>
        <p:nvSpPr>
          <p:cNvPr id="12" name="Rectangle 11">
            <a:extLst>
              <a:ext uri="{FF2B5EF4-FFF2-40B4-BE49-F238E27FC236}">
                <a16:creationId xmlns:a16="http://schemas.microsoft.com/office/drawing/2014/main" id="{BEC76FFD-89AA-F4A6-1E5F-61F36194CAFA}"/>
              </a:ext>
            </a:extLst>
          </p:cNvPr>
          <p:cNvSpPr/>
          <p:nvPr/>
        </p:nvSpPr>
        <p:spPr>
          <a:xfrm>
            <a:off x="8334925" y="2152650"/>
            <a:ext cx="3848110" cy="4192649"/>
          </a:xfrm>
          <a:prstGeom prst="rect">
            <a:avLst/>
          </a:prstGeom>
          <a:noFill/>
          <a:ln w="19050">
            <a:solidFill>
              <a:schemeClr val="accent5">
                <a:lumMod val="7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Bahnschrift SemiBold Condensed" panose="020B0502040204020203" pitchFamily="34" charset="0"/>
              <a:ea typeface="+mn-ea"/>
              <a:cs typeface="+mn-cs"/>
            </a:endParaRPr>
          </a:p>
        </p:txBody>
      </p:sp>
    </p:spTree>
    <p:extLst>
      <p:ext uri="{BB962C8B-B14F-4D97-AF65-F5344CB8AC3E}">
        <p14:creationId xmlns:p14="http://schemas.microsoft.com/office/powerpoint/2010/main" val="79274186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600">
        <p159:morph option="byObject"/>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fill="hold"/>
                                        <p:tgtEl>
                                          <p:spTgt spid="11"/>
                                        </p:tgtEl>
                                        <p:attrNameLst>
                                          <p:attrName>ppt_x</p:attrName>
                                        </p:attrNameLst>
                                      </p:cBhvr>
                                      <p:tavLst>
                                        <p:tav tm="0">
                                          <p:val>
                                            <p:strVal val="0-#ppt_w/2"/>
                                          </p:val>
                                        </p:tav>
                                        <p:tav tm="100000">
                                          <p:val>
                                            <p:strVal val="#ppt_x"/>
                                          </p:val>
                                        </p:tav>
                                      </p:tavLst>
                                    </p:anim>
                                    <p:anim calcmode="lin" valueType="num">
                                      <p:cBhvr additive="base">
                                        <p:cTn id="8" dur="500" fill="hold"/>
                                        <p:tgtEl>
                                          <p:spTgt spid="11"/>
                                        </p:tgtEl>
                                        <p:attrNameLst>
                                          <p:attrName>ppt_y</p:attrName>
                                        </p:attrNameLst>
                                      </p:cBhvr>
                                      <p:tavLst>
                                        <p:tav tm="0">
                                          <p:val>
                                            <p:strVal val="#ppt_y"/>
                                          </p:val>
                                        </p:tav>
                                        <p:tav tm="100000">
                                          <p:val>
                                            <p:strVal val="#ppt_y"/>
                                          </p:val>
                                        </p:tav>
                                      </p:tavLst>
                                    </p:anim>
                                  </p:childTnLst>
                                </p:cTn>
                              </p:par>
                              <p:par>
                                <p:cTn id="9" presetID="2" presetClass="entr" presetSubtype="2" fill="hold" grpId="0" nodeType="withEffect">
                                  <p:stCondLst>
                                    <p:cond delay="0"/>
                                  </p:stCondLst>
                                  <p:childTnLst>
                                    <p:set>
                                      <p:cBhvr>
                                        <p:cTn id="10" dur="1" fill="hold">
                                          <p:stCondLst>
                                            <p:cond delay="0"/>
                                          </p:stCondLst>
                                        </p:cTn>
                                        <p:tgtEl>
                                          <p:spTgt spid="12"/>
                                        </p:tgtEl>
                                        <p:attrNameLst>
                                          <p:attrName>style.visibility</p:attrName>
                                        </p:attrNameLst>
                                      </p:cBhvr>
                                      <p:to>
                                        <p:strVal val="visible"/>
                                      </p:to>
                                    </p:set>
                                    <p:anim calcmode="lin" valueType="num">
                                      <p:cBhvr additive="base">
                                        <p:cTn id="11" dur="500" fill="hold"/>
                                        <p:tgtEl>
                                          <p:spTgt spid="12"/>
                                        </p:tgtEl>
                                        <p:attrNameLst>
                                          <p:attrName>ppt_x</p:attrName>
                                        </p:attrNameLst>
                                      </p:cBhvr>
                                      <p:tavLst>
                                        <p:tav tm="0">
                                          <p:val>
                                            <p:strVal val="1+#ppt_w/2"/>
                                          </p:val>
                                        </p:tav>
                                        <p:tav tm="100000">
                                          <p:val>
                                            <p:strVal val="#ppt_x"/>
                                          </p:val>
                                        </p:tav>
                                      </p:tavLst>
                                    </p:anim>
                                    <p:anim calcmode="lin" valueType="num">
                                      <p:cBhvr additive="base">
                                        <p:cTn id="12" dur="500" fill="hold"/>
                                        <p:tgtEl>
                                          <p:spTgt spid="1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2BCF87-782F-E3A9-02C8-4BD79774554C}"/>
            </a:ext>
          </a:extLst>
        </p:cNvPr>
        <p:cNvGrpSpPr/>
        <p:nvPr/>
      </p:nvGrpSpPr>
      <p:grpSpPr>
        <a:xfrm>
          <a:off x="0" y="0"/>
          <a:ext cx="0" cy="0"/>
          <a:chOff x="0" y="0"/>
          <a:chExt cx="0" cy="0"/>
        </a:xfrm>
      </p:grpSpPr>
      <p:sp>
        <p:nvSpPr>
          <p:cNvPr id="13" name="Freeform: Shape 12">
            <a:extLst>
              <a:ext uri="{FF2B5EF4-FFF2-40B4-BE49-F238E27FC236}">
                <a16:creationId xmlns:a16="http://schemas.microsoft.com/office/drawing/2014/main" id="{BCDDAF18-7845-5A15-0448-4A1DA69CF92A}"/>
              </a:ext>
            </a:extLst>
          </p:cNvPr>
          <p:cNvSpPr/>
          <p:nvPr/>
        </p:nvSpPr>
        <p:spPr>
          <a:xfrm rot="10800000">
            <a:off x="303282" y="152400"/>
            <a:ext cx="687317" cy="538678"/>
          </a:xfrm>
          <a:custGeom>
            <a:avLst/>
            <a:gdLst>
              <a:gd name="connsiteX0" fmla="*/ 9526 w 3470338"/>
              <a:gd name="connsiteY0" fmla="*/ 0 h 6346429"/>
              <a:gd name="connsiteX1" fmla="*/ 3470338 w 3470338"/>
              <a:gd name="connsiteY1" fmla="*/ 0 h 6346429"/>
              <a:gd name="connsiteX2" fmla="*/ 3470338 w 3470338"/>
              <a:gd name="connsiteY2" fmla="*/ 6346429 h 6346429"/>
              <a:gd name="connsiteX3" fmla="*/ 9526 w 3470338"/>
              <a:gd name="connsiteY3" fmla="*/ 6346429 h 6346429"/>
              <a:gd name="connsiteX4" fmla="*/ 7830 w 3470338"/>
              <a:gd name="connsiteY4" fmla="*/ 5754489 h 6346429"/>
              <a:gd name="connsiteX5" fmla="*/ 1066800 w 3470338"/>
              <a:gd name="connsiteY5" fmla="*/ 5754489 h 6346429"/>
              <a:gd name="connsiteX6" fmla="*/ 1066800 w 3470338"/>
              <a:gd name="connsiteY6" fmla="*/ 3173214 h 6346429"/>
              <a:gd name="connsiteX7" fmla="*/ 437 w 3470338"/>
              <a:gd name="connsiteY7" fmla="*/ 3173214 h 6346429"/>
              <a:gd name="connsiteX8" fmla="*/ 0 w 3470338"/>
              <a:gd name="connsiteY8" fmla="*/ 3020814 h 6346429"/>
              <a:gd name="connsiteX9" fmla="*/ 9526 w 3470338"/>
              <a:gd name="connsiteY9" fmla="*/ 0 h 6346429"/>
              <a:gd name="connsiteX0" fmla="*/ 9526 w 3470338"/>
              <a:gd name="connsiteY0" fmla="*/ 0 h 6346429"/>
              <a:gd name="connsiteX1" fmla="*/ 3470338 w 3470338"/>
              <a:gd name="connsiteY1" fmla="*/ 0 h 6346429"/>
              <a:gd name="connsiteX2" fmla="*/ 3470338 w 3470338"/>
              <a:gd name="connsiteY2" fmla="*/ 6346429 h 6346429"/>
              <a:gd name="connsiteX3" fmla="*/ 9526 w 3470338"/>
              <a:gd name="connsiteY3" fmla="*/ 6346429 h 6346429"/>
              <a:gd name="connsiteX4" fmla="*/ 7830 w 3470338"/>
              <a:gd name="connsiteY4" fmla="*/ 5754489 h 6346429"/>
              <a:gd name="connsiteX5" fmla="*/ 1066800 w 3470338"/>
              <a:gd name="connsiteY5" fmla="*/ 5754489 h 6346429"/>
              <a:gd name="connsiteX6" fmla="*/ 437 w 3470338"/>
              <a:gd name="connsiteY6" fmla="*/ 3173214 h 6346429"/>
              <a:gd name="connsiteX7" fmla="*/ 0 w 3470338"/>
              <a:gd name="connsiteY7" fmla="*/ 3020814 h 6346429"/>
              <a:gd name="connsiteX8" fmla="*/ 9526 w 3470338"/>
              <a:gd name="connsiteY8" fmla="*/ 0 h 6346429"/>
              <a:gd name="connsiteX0" fmla="*/ 1066800 w 3470338"/>
              <a:gd name="connsiteY0" fmla="*/ 5754489 h 6346429"/>
              <a:gd name="connsiteX1" fmla="*/ 437 w 3470338"/>
              <a:gd name="connsiteY1" fmla="*/ 3173214 h 6346429"/>
              <a:gd name="connsiteX2" fmla="*/ 0 w 3470338"/>
              <a:gd name="connsiteY2" fmla="*/ 3020814 h 6346429"/>
              <a:gd name="connsiteX3" fmla="*/ 9526 w 3470338"/>
              <a:gd name="connsiteY3" fmla="*/ 0 h 6346429"/>
              <a:gd name="connsiteX4" fmla="*/ 3470338 w 3470338"/>
              <a:gd name="connsiteY4" fmla="*/ 0 h 6346429"/>
              <a:gd name="connsiteX5" fmla="*/ 3470338 w 3470338"/>
              <a:gd name="connsiteY5" fmla="*/ 6346429 h 6346429"/>
              <a:gd name="connsiteX6" fmla="*/ 9526 w 3470338"/>
              <a:gd name="connsiteY6" fmla="*/ 6346429 h 6346429"/>
              <a:gd name="connsiteX7" fmla="*/ 7830 w 3470338"/>
              <a:gd name="connsiteY7" fmla="*/ 5754489 h 6346429"/>
              <a:gd name="connsiteX8" fmla="*/ 1158240 w 3470338"/>
              <a:gd name="connsiteY8" fmla="*/ 5845929 h 6346429"/>
              <a:gd name="connsiteX0" fmla="*/ 437 w 3470338"/>
              <a:gd name="connsiteY0" fmla="*/ 3173214 h 6346429"/>
              <a:gd name="connsiteX1" fmla="*/ 0 w 3470338"/>
              <a:gd name="connsiteY1" fmla="*/ 3020814 h 6346429"/>
              <a:gd name="connsiteX2" fmla="*/ 9526 w 3470338"/>
              <a:gd name="connsiteY2" fmla="*/ 0 h 6346429"/>
              <a:gd name="connsiteX3" fmla="*/ 3470338 w 3470338"/>
              <a:gd name="connsiteY3" fmla="*/ 0 h 6346429"/>
              <a:gd name="connsiteX4" fmla="*/ 3470338 w 3470338"/>
              <a:gd name="connsiteY4" fmla="*/ 6346429 h 6346429"/>
              <a:gd name="connsiteX5" fmla="*/ 9526 w 3470338"/>
              <a:gd name="connsiteY5" fmla="*/ 6346429 h 6346429"/>
              <a:gd name="connsiteX6" fmla="*/ 7830 w 3470338"/>
              <a:gd name="connsiteY6" fmla="*/ 5754489 h 6346429"/>
              <a:gd name="connsiteX7" fmla="*/ 1158240 w 3470338"/>
              <a:gd name="connsiteY7" fmla="*/ 5845929 h 6346429"/>
              <a:gd name="connsiteX0" fmla="*/ 437 w 3470338"/>
              <a:gd name="connsiteY0" fmla="*/ 3173214 h 6346429"/>
              <a:gd name="connsiteX1" fmla="*/ 0 w 3470338"/>
              <a:gd name="connsiteY1" fmla="*/ 3020814 h 6346429"/>
              <a:gd name="connsiteX2" fmla="*/ 9526 w 3470338"/>
              <a:gd name="connsiteY2" fmla="*/ 0 h 6346429"/>
              <a:gd name="connsiteX3" fmla="*/ 3470338 w 3470338"/>
              <a:gd name="connsiteY3" fmla="*/ 0 h 6346429"/>
              <a:gd name="connsiteX4" fmla="*/ 3470338 w 3470338"/>
              <a:gd name="connsiteY4" fmla="*/ 6346429 h 6346429"/>
              <a:gd name="connsiteX5" fmla="*/ 9526 w 3470338"/>
              <a:gd name="connsiteY5" fmla="*/ 6346429 h 6346429"/>
              <a:gd name="connsiteX6" fmla="*/ 7830 w 3470338"/>
              <a:gd name="connsiteY6" fmla="*/ 5754489 h 63464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470338" h="6346429">
                <a:moveTo>
                  <a:pt x="437" y="3173214"/>
                </a:moveTo>
                <a:cubicBezTo>
                  <a:pt x="291" y="3122414"/>
                  <a:pt x="146" y="3071614"/>
                  <a:pt x="0" y="3020814"/>
                </a:cubicBezTo>
                <a:cubicBezTo>
                  <a:pt x="3175" y="2013876"/>
                  <a:pt x="6351" y="1006938"/>
                  <a:pt x="9526" y="0"/>
                </a:cubicBezTo>
                <a:lnTo>
                  <a:pt x="3470338" y="0"/>
                </a:lnTo>
                <a:lnTo>
                  <a:pt x="3470338" y="6346429"/>
                </a:lnTo>
                <a:lnTo>
                  <a:pt x="9526" y="6346429"/>
                </a:lnTo>
                <a:cubicBezTo>
                  <a:pt x="8961" y="6149116"/>
                  <a:pt x="8395" y="5951802"/>
                  <a:pt x="7830" y="5754489"/>
                </a:cubicBezTo>
              </a:path>
            </a:pathLst>
          </a:custGeom>
          <a:noFill/>
          <a:ln w="28575">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Light"/>
              <a:ea typeface="+mn-ea"/>
              <a:cs typeface="+mn-cs"/>
            </a:endParaRPr>
          </a:p>
        </p:txBody>
      </p:sp>
      <p:sp>
        <p:nvSpPr>
          <p:cNvPr id="17" name="Rectangle 16">
            <a:extLst>
              <a:ext uri="{FF2B5EF4-FFF2-40B4-BE49-F238E27FC236}">
                <a16:creationId xmlns:a16="http://schemas.microsoft.com/office/drawing/2014/main" id="{9E4F8439-055A-DD07-2879-DBF393B3CA9E}"/>
              </a:ext>
            </a:extLst>
          </p:cNvPr>
          <p:cNvSpPr/>
          <p:nvPr/>
        </p:nvSpPr>
        <p:spPr>
          <a:xfrm>
            <a:off x="0" y="6375400"/>
            <a:ext cx="800100" cy="330200"/>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fld id="{6090FF33-C8B3-4F47-A363-012E115CD783}" type="slidenum">
              <a:rPr kumimoji="0" lang="en-US" sz="1000" b="0" i="0" u="none" strike="noStrike" kern="1200" cap="none" spc="0" normalizeH="0" baseline="0" noProof="0" smtClean="0">
                <a:ln>
                  <a:noFill/>
                </a:ln>
                <a:solidFill>
                  <a:prstClr val="white"/>
                </a:solidFill>
                <a:effectLst/>
                <a:uLnTx/>
                <a:uFillTx/>
                <a:latin typeface="Calibri Light"/>
                <a:ea typeface="+mn-ea"/>
                <a:cs typeface="+mn-cs"/>
              </a:rPr>
              <a:t>15</a:t>
            </a:fld>
            <a:endParaRPr kumimoji="0" lang="en-US" sz="1000" b="0" i="0" u="none" strike="noStrike" kern="1200" cap="none" spc="0" normalizeH="0" baseline="0" noProof="0" dirty="0">
              <a:ln>
                <a:noFill/>
              </a:ln>
              <a:solidFill>
                <a:prstClr val="white"/>
              </a:solidFill>
              <a:effectLst/>
              <a:uLnTx/>
              <a:uFillTx/>
              <a:latin typeface="Calibri Light"/>
              <a:ea typeface="+mn-ea"/>
              <a:cs typeface="+mn-cs"/>
            </a:endParaRPr>
          </a:p>
        </p:txBody>
      </p:sp>
      <p:sp>
        <p:nvSpPr>
          <p:cNvPr id="2" name="ZoneTexte 1">
            <a:extLst>
              <a:ext uri="{FF2B5EF4-FFF2-40B4-BE49-F238E27FC236}">
                <a16:creationId xmlns:a16="http://schemas.microsoft.com/office/drawing/2014/main" id="{6C6E17C9-E232-34DE-B8A9-2ECF4F736480}"/>
              </a:ext>
            </a:extLst>
          </p:cNvPr>
          <p:cNvSpPr txBox="1"/>
          <p:nvPr/>
        </p:nvSpPr>
        <p:spPr>
          <a:xfrm>
            <a:off x="423962" y="206293"/>
            <a:ext cx="497252"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2400" b="1" i="0" u="none" strike="noStrike" kern="1200" cap="none" spc="0" normalizeH="0" baseline="0" noProof="0" dirty="0">
                <a:ln>
                  <a:noFill/>
                </a:ln>
                <a:solidFill>
                  <a:schemeClr val="accent5">
                    <a:lumMod val="75000"/>
                  </a:schemeClr>
                </a:solidFill>
                <a:effectLst/>
                <a:uLnTx/>
                <a:uFillTx/>
                <a:latin typeface="Bahnschrift SemiBold Condensed" panose="020B0502040204020203" pitchFamily="34" charset="0"/>
                <a:ea typeface="+mn-ea"/>
                <a:cs typeface="+mn-cs"/>
              </a:rPr>
              <a:t>0</a:t>
            </a:r>
            <a:r>
              <a:rPr kumimoji="0" lang="fr-FR" sz="2400" b="1" i="0" u="none" strike="noStrike" kern="1200" cap="none" spc="0" normalizeH="0" baseline="0" noProof="0" dirty="0">
                <a:ln>
                  <a:noFill/>
                </a:ln>
                <a:solidFill>
                  <a:schemeClr val="accent5">
                    <a:lumMod val="75000"/>
                  </a:schemeClr>
                </a:solidFill>
                <a:effectLst/>
                <a:uLnTx/>
                <a:uFillTx/>
                <a:latin typeface="Bahnschrift SemiBold Condensed" panose="020B0502040204020203" pitchFamily="34" charset="0"/>
                <a:ea typeface="+mn-ea"/>
                <a:cs typeface="Andalus" panose="02020603050405020304" pitchFamily="18" charset="-78"/>
              </a:rPr>
              <a:t>4</a:t>
            </a:r>
            <a:r>
              <a:rPr kumimoji="0" lang="fr-FR" sz="2400" b="1" i="0" u="none" strike="noStrike" kern="1200" cap="none" spc="0" normalizeH="0" baseline="0" noProof="0" dirty="0">
                <a:ln>
                  <a:noFill/>
                </a:ln>
                <a:solidFill>
                  <a:schemeClr val="accent5">
                    <a:lumMod val="75000"/>
                  </a:schemeClr>
                </a:solidFill>
                <a:effectLst/>
                <a:uLnTx/>
                <a:uFillTx/>
                <a:latin typeface="Bahnschrift SemiBold Condensed" panose="020B0502040204020203" pitchFamily="34" charset="0"/>
                <a:ea typeface="+mn-ea"/>
                <a:cs typeface="+mn-cs"/>
              </a:rPr>
              <a:t>.</a:t>
            </a:r>
          </a:p>
        </p:txBody>
      </p:sp>
      <p:sp>
        <p:nvSpPr>
          <p:cNvPr id="11" name="TextBox 9">
            <a:extLst>
              <a:ext uri="{FF2B5EF4-FFF2-40B4-BE49-F238E27FC236}">
                <a16:creationId xmlns:a16="http://schemas.microsoft.com/office/drawing/2014/main" id="{72991FD7-23CF-1189-438B-8E7137BE2941}"/>
              </a:ext>
            </a:extLst>
          </p:cNvPr>
          <p:cNvSpPr txBox="1"/>
          <p:nvPr/>
        </p:nvSpPr>
        <p:spPr>
          <a:xfrm>
            <a:off x="1185732" y="190905"/>
            <a:ext cx="6829425" cy="492443"/>
          </a:xfrm>
          <a:prstGeom prst="rect">
            <a:avLst/>
          </a:prstGeom>
          <a:noFill/>
        </p:spPr>
        <p:txBody>
          <a:bodyPr wrap="square" lIns="0" tIns="0" rIns="0" bIns="0" rtlCol="0">
            <a:spAutoFit/>
          </a:bodyPr>
          <a:lstStyle/>
          <a:p>
            <a:pPr>
              <a:defRPr/>
            </a:pPr>
            <a:r>
              <a:rPr lang="fr-FR" sz="3200" dirty="0">
                <a:solidFill>
                  <a:prstClr val="black">
                    <a:lumMod val="75000"/>
                    <a:lumOff val="25000"/>
                  </a:prstClr>
                </a:solidFill>
                <a:latin typeface="Bahnschrift SemiBold Condensed" panose="020B0502040204020203" pitchFamily="34" charset="0"/>
                <a:sym typeface="Poppins"/>
              </a:rPr>
              <a:t>IMPL</a:t>
            </a:r>
            <a:r>
              <a:rPr lang="fr-FR" sz="3200" dirty="0">
                <a:solidFill>
                  <a:prstClr val="black">
                    <a:lumMod val="75000"/>
                    <a:lumOff val="25000"/>
                  </a:prstClr>
                </a:solidFill>
                <a:latin typeface="Bahnschrift SemiBold Condensed" panose="020B0502040204020203" pitchFamily="34" charset="0"/>
              </a:rPr>
              <a:t>É</a:t>
            </a:r>
            <a:r>
              <a:rPr lang="fr-FR" sz="3200" dirty="0">
                <a:solidFill>
                  <a:prstClr val="black">
                    <a:lumMod val="75000"/>
                    <a:lumOff val="25000"/>
                  </a:prstClr>
                </a:solidFill>
                <a:latin typeface="Bahnschrift SemiBold Condensed" panose="020B0502040204020203" pitchFamily="34" charset="0"/>
                <a:sym typeface="Poppins"/>
              </a:rPr>
              <a:t>MENTATION DU SYST</a:t>
            </a:r>
            <a:r>
              <a:rPr lang="fr-FR" sz="3200" dirty="0">
                <a:solidFill>
                  <a:prstClr val="black">
                    <a:lumMod val="75000"/>
                    <a:lumOff val="25000"/>
                  </a:prstClr>
                </a:solidFill>
                <a:latin typeface="Bahnschrift SemiBold Condensed" panose="020B0502040204020203" pitchFamily="34" charset="0"/>
              </a:rPr>
              <a:t>É</a:t>
            </a:r>
            <a:r>
              <a:rPr lang="fr-FR" sz="3200" dirty="0">
                <a:solidFill>
                  <a:prstClr val="black">
                    <a:lumMod val="75000"/>
                    <a:lumOff val="25000"/>
                  </a:prstClr>
                </a:solidFill>
                <a:latin typeface="Bahnschrift SemiBold Condensed" panose="020B0502040204020203" pitchFamily="34" charset="0"/>
                <a:sym typeface="Poppins"/>
              </a:rPr>
              <a:t>ME</a:t>
            </a:r>
          </a:p>
        </p:txBody>
      </p:sp>
      <p:sp>
        <p:nvSpPr>
          <p:cNvPr id="14348" name="Forme libre : forme 14347">
            <a:extLst>
              <a:ext uri="{FF2B5EF4-FFF2-40B4-BE49-F238E27FC236}">
                <a16:creationId xmlns:a16="http://schemas.microsoft.com/office/drawing/2014/main" id="{E6821817-1E4B-7E27-6E46-2512B96FAC40}"/>
              </a:ext>
            </a:extLst>
          </p:cNvPr>
          <p:cNvSpPr/>
          <p:nvPr/>
        </p:nvSpPr>
        <p:spPr>
          <a:xfrm>
            <a:off x="264172" y="1074195"/>
            <a:ext cx="200651" cy="5301205"/>
          </a:xfrm>
          <a:custGeom>
            <a:avLst/>
            <a:gdLst>
              <a:gd name="connsiteX0" fmla="*/ 13636 w 200651"/>
              <a:gd name="connsiteY0" fmla="*/ 0 h 5301205"/>
              <a:gd name="connsiteX1" fmla="*/ 175681 w 200651"/>
              <a:gd name="connsiteY1" fmla="*/ 1134319 h 5301205"/>
              <a:gd name="connsiteX2" fmla="*/ 2061 w 200651"/>
              <a:gd name="connsiteY2" fmla="*/ 2210764 h 5301205"/>
              <a:gd name="connsiteX3" fmla="*/ 198831 w 200651"/>
              <a:gd name="connsiteY3" fmla="*/ 3090440 h 5301205"/>
              <a:gd name="connsiteX4" fmla="*/ 94659 w 200651"/>
              <a:gd name="connsiteY4" fmla="*/ 4178460 h 5301205"/>
              <a:gd name="connsiteX5" fmla="*/ 2061 w 200651"/>
              <a:gd name="connsiteY5" fmla="*/ 4988688 h 5301205"/>
              <a:gd name="connsiteX6" fmla="*/ 187256 w 200651"/>
              <a:gd name="connsiteY6" fmla="*/ 5301205 h 53012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00651" h="5301205">
                <a:moveTo>
                  <a:pt x="13636" y="0"/>
                </a:moveTo>
                <a:cubicBezTo>
                  <a:pt x="95623" y="382929"/>
                  <a:pt x="177610" y="765858"/>
                  <a:pt x="175681" y="1134319"/>
                </a:cubicBezTo>
                <a:cubicBezTo>
                  <a:pt x="173752" y="1502780"/>
                  <a:pt x="-1797" y="1884744"/>
                  <a:pt x="2061" y="2210764"/>
                </a:cubicBezTo>
                <a:cubicBezTo>
                  <a:pt x="5919" y="2536784"/>
                  <a:pt x="183398" y="2762491"/>
                  <a:pt x="198831" y="3090440"/>
                </a:cubicBezTo>
                <a:cubicBezTo>
                  <a:pt x="214264" y="3418389"/>
                  <a:pt x="127454" y="3862085"/>
                  <a:pt x="94659" y="4178460"/>
                </a:cubicBezTo>
                <a:cubicBezTo>
                  <a:pt x="61864" y="4494835"/>
                  <a:pt x="-13372" y="4801564"/>
                  <a:pt x="2061" y="4988688"/>
                </a:cubicBezTo>
                <a:cubicBezTo>
                  <a:pt x="17494" y="5175812"/>
                  <a:pt x="164107" y="5212466"/>
                  <a:pt x="187256" y="5301205"/>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 name="Forme libre : forme 2">
            <a:extLst>
              <a:ext uri="{FF2B5EF4-FFF2-40B4-BE49-F238E27FC236}">
                <a16:creationId xmlns:a16="http://schemas.microsoft.com/office/drawing/2014/main" id="{FC076B0B-E44D-C6ED-A259-1B026FFF3BD6}"/>
              </a:ext>
            </a:extLst>
          </p:cNvPr>
          <p:cNvSpPr/>
          <p:nvPr/>
        </p:nvSpPr>
        <p:spPr>
          <a:xfrm>
            <a:off x="11536835" y="-43405"/>
            <a:ext cx="385263" cy="6886937"/>
          </a:xfrm>
          <a:custGeom>
            <a:avLst/>
            <a:gdLst>
              <a:gd name="connsiteX0" fmla="*/ 28484 w 385263"/>
              <a:gd name="connsiteY0" fmla="*/ 0 h 6886937"/>
              <a:gd name="connsiteX1" fmla="*/ 144231 w 385263"/>
              <a:gd name="connsiteY1" fmla="*/ 567159 h 6886937"/>
              <a:gd name="connsiteX2" fmla="*/ 5335 w 385263"/>
              <a:gd name="connsiteY2" fmla="*/ 1377387 h 6886937"/>
              <a:gd name="connsiteX3" fmla="*/ 63208 w 385263"/>
              <a:gd name="connsiteY3" fmla="*/ 2002420 h 6886937"/>
              <a:gd name="connsiteX4" fmla="*/ 375724 w 385263"/>
              <a:gd name="connsiteY4" fmla="*/ 3333509 h 6886937"/>
              <a:gd name="connsiteX5" fmla="*/ 283127 w 385263"/>
              <a:gd name="connsiteY5" fmla="*/ 4641448 h 6886937"/>
              <a:gd name="connsiteX6" fmla="*/ 63208 w 385263"/>
              <a:gd name="connsiteY6" fmla="*/ 5683170 h 6886937"/>
              <a:gd name="connsiteX7" fmla="*/ 155805 w 385263"/>
              <a:gd name="connsiteY7" fmla="*/ 6886937 h 68869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5263" h="6886937">
                <a:moveTo>
                  <a:pt x="28484" y="0"/>
                </a:moveTo>
                <a:cubicBezTo>
                  <a:pt x="88286" y="168797"/>
                  <a:pt x="148089" y="337595"/>
                  <a:pt x="144231" y="567159"/>
                </a:cubicBezTo>
                <a:cubicBezTo>
                  <a:pt x="140373" y="796723"/>
                  <a:pt x="18839" y="1138177"/>
                  <a:pt x="5335" y="1377387"/>
                </a:cubicBezTo>
                <a:cubicBezTo>
                  <a:pt x="-8169" y="1616597"/>
                  <a:pt x="1476" y="1676400"/>
                  <a:pt x="63208" y="2002420"/>
                </a:cubicBezTo>
                <a:cubicBezTo>
                  <a:pt x="124940" y="2328440"/>
                  <a:pt x="339071" y="2893671"/>
                  <a:pt x="375724" y="3333509"/>
                </a:cubicBezTo>
                <a:cubicBezTo>
                  <a:pt x="412377" y="3773347"/>
                  <a:pt x="335213" y="4249838"/>
                  <a:pt x="283127" y="4641448"/>
                </a:cubicBezTo>
                <a:cubicBezTo>
                  <a:pt x="231041" y="5033058"/>
                  <a:pt x="84428" y="5308922"/>
                  <a:pt x="63208" y="5683170"/>
                </a:cubicBezTo>
                <a:cubicBezTo>
                  <a:pt x="41988" y="6057418"/>
                  <a:pt x="142301" y="6694026"/>
                  <a:pt x="155805" y="6886937"/>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 name="Forme libre : forme 3">
            <a:extLst>
              <a:ext uri="{FF2B5EF4-FFF2-40B4-BE49-F238E27FC236}">
                <a16:creationId xmlns:a16="http://schemas.microsoft.com/office/drawing/2014/main" id="{A70B7042-D2B6-DCE8-8620-6AF2D25CC41F}"/>
              </a:ext>
            </a:extLst>
          </p:cNvPr>
          <p:cNvSpPr/>
          <p:nvPr/>
        </p:nvSpPr>
        <p:spPr>
          <a:xfrm>
            <a:off x="11417028" y="28946"/>
            <a:ext cx="455609" cy="6840638"/>
          </a:xfrm>
          <a:custGeom>
            <a:avLst/>
            <a:gdLst>
              <a:gd name="connsiteX0" fmla="*/ 291238 w 455609"/>
              <a:gd name="connsiteY0" fmla="*/ 0 h 6840638"/>
              <a:gd name="connsiteX1" fmla="*/ 1871 w 455609"/>
              <a:gd name="connsiteY1" fmla="*/ 636607 h 6840638"/>
              <a:gd name="connsiteX2" fmla="*/ 163917 w 455609"/>
              <a:gd name="connsiteY2" fmla="*/ 1898248 h 6840638"/>
              <a:gd name="connsiteX3" fmla="*/ 106043 w 455609"/>
              <a:gd name="connsiteY3" fmla="*/ 3044141 h 6840638"/>
              <a:gd name="connsiteX4" fmla="*/ 453284 w 455609"/>
              <a:gd name="connsiteY4" fmla="*/ 4942390 h 6840638"/>
              <a:gd name="connsiteX5" fmla="*/ 256514 w 455609"/>
              <a:gd name="connsiteY5" fmla="*/ 6123007 h 6840638"/>
              <a:gd name="connsiteX6" fmla="*/ 233365 w 455609"/>
              <a:gd name="connsiteY6" fmla="*/ 6840638 h 68406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55609" h="6840638">
                <a:moveTo>
                  <a:pt x="291238" y="0"/>
                </a:moveTo>
                <a:cubicBezTo>
                  <a:pt x="157164" y="160116"/>
                  <a:pt x="23091" y="320232"/>
                  <a:pt x="1871" y="636607"/>
                </a:cubicBezTo>
                <a:cubicBezTo>
                  <a:pt x="-19349" y="952982"/>
                  <a:pt x="146555" y="1496992"/>
                  <a:pt x="163917" y="1898248"/>
                </a:cubicBezTo>
                <a:cubicBezTo>
                  <a:pt x="181279" y="2299504"/>
                  <a:pt x="57815" y="2536784"/>
                  <a:pt x="106043" y="3044141"/>
                </a:cubicBezTo>
                <a:cubicBezTo>
                  <a:pt x="154271" y="3551498"/>
                  <a:pt x="428206" y="4429246"/>
                  <a:pt x="453284" y="4942390"/>
                </a:cubicBezTo>
                <a:cubicBezTo>
                  <a:pt x="478362" y="5455534"/>
                  <a:pt x="293167" y="5806632"/>
                  <a:pt x="256514" y="6123007"/>
                </a:cubicBezTo>
                <a:cubicBezTo>
                  <a:pt x="219861" y="6439382"/>
                  <a:pt x="252656" y="6618790"/>
                  <a:pt x="233365" y="6840638"/>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 name="Forme libre : forme 4">
            <a:extLst>
              <a:ext uri="{FF2B5EF4-FFF2-40B4-BE49-F238E27FC236}">
                <a16:creationId xmlns:a16="http://schemas.microsoft.com/office/drawing/2014/main" id="{FE3E97D6-4C9F-A534-6D43-83BCBB7589C1}"/>
              </a:ext>
            </a:extLst>
          </p:cNvPr>
          <p:cNvSpPr/>
          <p:nvPr/>
        </p:nvSpPr>
        <p:spPr>
          <a:xfrm>
            <a:off x="11828458" y="28946"/>
            <a:ext cx="335880" cy="6840638"/>
          </a:xfrm>
          <a:custGeom>
            <a:avLst/>
            <a:gdLst>
              <a:gd name="connsiteX0" fmla="*/ 220133 w 335880"/>
              <a:gd name="connsiteY0" fmla="*/ 0 h 6840638"/>
              <a:gd name="connsiteX1" fmla="*/ 81237 w 335880"/>
              <a:gd name="connsiteY1" fmla="*/ 1053297 h 6840638"/>
              <a:gd name="connsiteX2" fmla="*/ 208558 w 335880"/>
              <a:gd name="connsiteY2" fmla="*/ 2754775 h 6840638"/>
              <a:gd name="connsiteX3" fmla="*/ 214 w 335880"/>
              <a:gd name="connsiteY3" fmla="*/ 3565003 h 6840638"/>
              <a:gd name="connsiteX4" fmla="*/ 254857 w 335880"/>
              <a:gd name="connsiteY4" fmla="*/ 5162309 h 6840638"/>
              <a:gd name="connsiteX5" fmla="*/ 335880 w 335880"/>
              <a:gd name="connsiteY5" fmla="*/ 6840638 h 68406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35880" h="6840638">
                <a:moveTo>
                  <a:pt x="220133" y="0"/>
                </a:moveTo>
                <a:cubicBezTo>
                  <a:pt x="151649" y="297084"/>
                  <a:pt x="83166" y="594168"/>
                  <a:pt x="81237" y="1053297"/>
                </a:cubicBezTo>
                <a:cubicBezTo>
                  <a:pt x="79308" y="1512426"/>
                  <a:pt x="222062" y="2336157"/>
                  <a:pt x="208558" y="2754775"/>
                </a:cubicBezTo>
                <a:cubicBezTo>
                  <a:pt x="195054" y="3173393"/>
                  <a:pt x="-7502" y="3163747"/>
                  <a:pt x="214" y="3565003"/>
                </a:cubicBezTo>
                <a:cubicBezTo>
                  <a:pt x="7930" y="3966259"/>
                  <a:pt x="198913" y="4616370"/>
                  <a:pt x="254857" y="5162309"/>
                </a:cubicBezTo>
                <a:cubicBezTo>
                  <a:pt x="310801" y="5708248"/>
                  <a:pt x="299227" y="6456744"/>
                  <a:pt x="335880" y="6840638"/>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 name="Freeform: Shape 12">
            <a:extLst>
              <a:ext uri="{FF2B5EF4-FFF2-40B4-BE49-F238E27FC236}">
                <a16:creationId xmlns:a16="http://schemas.microsoft.com/office/drawing/2014/main" id="{12E63709-426B-CAB4-8401-8574BCC0CC5A}"/>
              </a:ext>
            </a:extLst>
          </p:cNvPr>
          <p:cNvSpPr/>
          <p:nvPr/>
        </p:nvSpPr>
        <p:spPr>
          <a:xfrm>
            <a:off x="2511783" y="2763299"/>
            <a:ext cx="1480596" cy="1341805"/>
          </a:xfrm>
          <a:custGeom>
            <a:avLst/>
            <a:gdLst>
              <a:gd name="connsiteX0" fmla="*/ 9526 w 3470338"/>
              <a:gd name="connsiteY0" fmla="*/ 0 h 6346429"/>
              <a:gd name="connsiteX1" fmla="*/ 3470338 w 3470338"/>
              <a:gd name="connsiteY1" fmla="*/ 0 h 6346429"/>
              <a:gd name="connsiteX2" fmla="*/ 3470338 w 3470338"/>
              <a:gd name="connsiteY2" fmla="*/ 6346429 h 6346429"/>
              <a:gd name="connsiteX3" fmla="*/ 9526 w 3470338"/>
              <a:gd name="connsiteY3" fmla="*/ 6346429 h 6346429"/>
              <a:gd name="connsiteX4" fmla="*/ 7830 w 3470338"/>
              <a:gd name="connsiteY4" fmla="*/ 5754489 h 6346429"/>
              <a:gd name="connsiteX5" fmla="*/ 1066800 w 3470338"/>
              <a:gd name="connsiteY5" fmla="*/ 5754489 h 6346429"/>
              <a:gd name="connsiteX6" fmla="*/ 1066800 w 3470338"/>
              <a:gd name="connsiteY6" fmla="*/ 3173214 h 6346429"/>
              <a:gd name="connsiteX7" fmla="*/ 437 w 3470338"/>
              <a:gd name="connsiteY7" fmla="*/ 3173214 h 6346429"/>
              <a:gd name="connsiteX8" fmla="*/ 0 w 3470338"/>
              <a:gd name="connsiteY8" fmla="*/ 3020814 h 6346429"/>
              <a:gd name="connsiteX9" fmla="*/ 9526 w 3470338"/>
              <a:gd name="connsiteY9" fmla="*/ 0 h 6346429"/>
              <a:gd name="connsiteX0" fmla="*/ 9526 w 3470338"/>
              <a:gd name="connsiteY0" fmla="*/ 0 h 6346429"/>
              <a:gd name="connsiteX1" fmla="*/ 3470338 w 3470338"/>
              <a:gd name="connsiteY1" fmla="*/ 0 h 6346429"/>
              <a:gd name="connsiteX2" fmla="*/ 3470338 w 3470338"/>
              <a:gd name="connsiteY2" fmla="*/ 6346429 h 6346429"/>
              <a:gd name="connsiteX3" fmla="*/ 9526 w 3470338"/>
              <a:gd name="connsiteY3" fmla="*/ 6346429 h 6346429"/>
              <a:gd name="connsiteX4" fmla="*/ 7830 w 3470338"/>
              <a:gd name="connsiteY4" fmla="*/ 5754489 h 6346429"/>
              <a:gd name="connsiteX5" fmla="*/ 1066800 w 3470338"/>
              <a:gd name="connsiteY5" fmla="*/ 5754489 h 6346429"/>
              <a:gd name="connsiteX6" fmla="*/ 437 w 3470338"/>
              <a:gd name="connsiteY6" fmla="*/ 3173214 h 6346429"/>
              <a:gd name="connsiteX7" fmla="*/ 0 w 3470338"/>
              <a:gd name="connsiteY7" fmla="*/ 3020814 h 6346429"/>
              <a:gd name="connsiteX8" fmla="*/ 9526 w 3470338"/>
              <a:gd name="connsiteY8" fmla="*/ 0 h 6346429"/>
              <a:gd name="connsiteX0" fmla="*/ 1066800 w 3470338"/>
              <a:gd name="connsiteY0" fmla="*/ 5754489 h 6346429"/>
              <a:gd name="connsiteX1" fmla="*/ 437 w 3470338"/>
              <a:gd name="connsiteY1" fmla="*/ 3173214 h 6346429"/>
              <a:gd name="connsiteX2" fmla="*/ 0 w 3470338"/>
              <a:gd name="connsiteY2" fmla="*/ 3020814 h 6346429"/>
              <a:gd name="connsiteX3" fmla="*/ 9526 w 3470338"/>
              <a:gd name="connsiteY3" fmla="*/ 0 h 6346429"/>
              <a:gd name="connsiteX4" fmla="*/ 3470338 w 3470338"/>
              <a:gd name="connsiteY4" fmla="*/ 0 h 6346429"/>
              <a:gd name="connsiteX5" fmla="*/ 3470338 w 3470338"/>
              <a:gd name="connsiteY5" fmla="*/ 6346429 h 6346429"/>
              <a:gd name="connsiteX6" fmla="*/ 9526 w 3470338"/>
              <a:gd name="connsiteY6" fmla="*/ 6346429 h 6346429"/>
              <a:gd name="connsiteX7" fmla="*/ 7830 w 3470338"/>
              <a:gd name="connsiteY7" fmla="*/ 5754489 h 6346429"/>
              <a:gd name="connsiteX8" fmla="*/ 1158240 w 3470338"/>
              <a:gd name="connsiteY8" fmla="*/ 5845929 h 6346429"/>
              <a:gd name="connsiteX0" fmla="*/ 437 w 3470338"/>
              <a:gd name="connsiteY0" fmla="*/ 3173214 h 6346429"/>
              <a:gd name="connsiteX1" fmla="*/ 0 w 3470338"/>
              <a:gd name="connsiteY1" fmla="*/ 3020814 h 6346429"/>
              <a:gd name="connsiteX2" fmla="*/ 9526 w 3470338"/>
              <a:gd name="connsiteY2" fmla="*/ 0 h 6346429"/>
              <a:gd name="connsiteX3" fmla="*/ 3470338 w 3470338"/>
              <a:gd name="connsiteY3" fmla="*/ 0 h 6346429"/>
              <a:gd name="connsiteX4" fmla="*/ 3470338 w 3470338"/>
              <a:gd name="connsiteY4" fmla="*/ 6346429 h 6346429"/>
              <a:gd name="connsiteX5" fmla="*/ 9526 w 3470338"/>
              <a:gd name="connsiteY5" fmla="*/ 6346429 h 6346429"/>
              <a:gd name="connsiteX6" fmla="*/ 7830 w 3470338"/>
              <a:gd name="connsiteY6" fmla="*/ 5754489 h 6346429"/>
              <a:gd name="connsiteX7" fmla="*/ 1158240 w 3470338"/>
              <a:gd name="connsiteY7" fmla="*/ 5845929 h 6346429"/>
              <a:gd name="connsiteX0" fmla="*/ 437 w 3470338"/>
              <a:gd name="connsiteY0" fmla="*/ 3173214 h 6346429"/>
              <a:gd name="connsiteX1" fmla="*/ 0 w 3470338"/>
              <a:gd name="connsiteY1" fmla="*/ 3020814 h 6346429"/>
              <a:gd name="connsiteX2" fmla="*/ 9526 w 3470338"/>
              <a:gd name="connsiteY2" fmla="*/ 0 h 6346429"/>
              <a:gd name="connsiteX3" fmla="*/ 3470338 w 3470338"/>
              <a:gd name="connsiteY3" fmla="*/ 0 h 6346429"/>
              <a:gd name="connsiteX4" fmla="*/ 3470338 w 3470338"/>
              <a:gd name="connsiteY4" fmla="*/ 6346429 h 6346429"/>
              <a:gd name="connsiteX5" fmla="*/ 9526 w 3470338"/>
              <a:gd name="connsiteY5" fmla="*/ 6346429 h 6346429"/>
              <a:gd name="connsiteX6" fmla="*/ 7830 w 3470338"/>
              <a:gd name="connsiteY6" fmla="*/ 5754489 h 63464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470338" h="6346429">
                <a:moveTo>
                  <a:pt x="437" y="3173214"/>
                </a:moveTo>
                <a:cubicBezTo>
                  <a:pt x="291" y="3122414"/>
                  <a:pt x="146" y="3071614"/>
                  <a:pt x="0" y="3020814"/>
                </a:cubicBezTo>
                <a:cubicBezTo>
                  <a:pt x="3175" y="2013876"/>
                  <a:pt x="6351" y="1006938"/>
                  <a:pt x="9526" y="0"/>
                </a:cubicBezTo>
                <a:lnTo>
                  <a:pt x="3470338" y="0"/>
                </a:lnTo>
                <a:lnTo>
                  <a:pt x="3470338" y="6346429"/>
                </a:lnTo>
                <a:lnTo>
                  <a:pt x="9526" y="6346429"/>
                </a:lnTo>
                <a:cubicBezTo>
                  <a:pt x="8961" y="6149116"/>
                  <a:pt x="8395" y="5951802"/>
                  <a:pt x="7830" y="5754489"/>
                </a:cubicBezTo>
              </a:path>
            </a:pathLst>
          </a:custGeom>
          <a:noFill/>
          <a:ln w="28575">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a:ea typeface="+mn-ea"/>
              <a:cs typeface="+mn-cs"/>
            </a:endParaRPr>
          </a:p>
        </p:txBody>
      </p:sp>
      <p:pic>
        <p:nvPicPr>
          <p:cNvPr id="7" name="Picture 2">
            <a:extLst>
              <a:ext uri="{FF2B5EF4-FFF2-40B4-BE49-F238E27FC236}">
                <a16:creationId xmlns:a16="http://schemas.microsoft.com/office/drawing/2014/main" id="{F0AB7FC5-6D93-138D-8C94-B60E7C83BD46}"/>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p:blipFill>
        <p:spPr bwMode="auto">
          <a:xfrm>
            <a:off x="2740193" y="3028885"/>
            <a:ext cx="1068350" cy="800232"/>
          </a:xfrm>
          <a:prstGeom prst="rect">
            <a:avLst/>
          </a:prstGeom>
          <a:noFill/>
          <a:extLst>
            <a:ext uri="{909E8E84-426E-40DD-AFC4-6F175D3DCCD1}">
              <a14:hiddenFill xmlns:a14="http://schemas.microsoft.com/office/drawing/2010/main">
                <a:solidFill>
                  <a:srgbClr val="FFFFFF"/>
                </a:solidFill>
              </a14:hiddenFill>
            </a:ext>
          </a:extLst>
        </p:spPr>
      </p:pic>
      <p:pic>
        <p:nvPicPr>
          <p:cNvPr id="9" name="Image 8">
            <a:extLst>
              <a:ext uri="{FF2B5EF4-FFF2-40B4-BE49-F238E27FC236}">
                <a16:creationId xmlns:a16="http://schemas.microsoft.com/office/drawing/2014/main" id="{7011859B-FDC1-8326-353E-D799D79DAE8C}"/>
              </a:ext>
            </a:extLst>
          </p:cNvPr>
          <p:cNvPicPr/>
          <p:nvPr/>
        </p:nvPicPr>
        <p:blipFill>
          <a:blip r:embed="rId4">
            <a:extLst>
              <a:ext uri="{28A0092B-C50C-407E-A947-70E740481C1C}">
                <a14:useLocalDpi xmlns:a14="http://schemas.microsoft.com/office/drawing/2010/main" val="0"/>
              </a:ext>
            </a:extLst>
          </a:blip>
          <a:srcRect/>
          <a:stretch/>
        </p:blipFill>
        <p:spPr bwMode="auto">
          <a:xfrm>
            <a:off x="6294469" y="3066234"/>
            <a:ext cx="1263688" cy="707665"/>
          </a:xfrm>
          <a:prstGeom prst="rect">
            <a:avLst/>
          </a:prstGeom>
          <a:noFill/>
          <a:ln>
            <a:noFill/>
          </a:ln>
        </p:spPr>
      </p:pic>
      <p:pic>
        <p:nvPicPr>
          <p:cNvPr id="10" name="Picture 8">
            <a:extLst>
              <a:ext uri="{FF2B5EF4-FFF2-40B4-BE49-F238E27FC236}">
                <a16:creationId xmlns:a16="http://schemas.microsoft.com/office/drawing/2014/main" id="{4EECABC5-1137-0273-BBEB-7F68CD3872F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p:blipFill>
        <p:spPr bwMode="auto">
          <a:xfrm>
            <a:off x="8117418" y="3079389"/>
            <a:ext cx="1259774" cy="751520"/>
          </a:xfrm>
          <a:prstGeom prst="rect">
            <a:avLst/>
          </a:prstGeom>
          <a:noFill/>
          <a:extLst>
            <a:ext uri="{909E8E84-426E-40DD-AFC4-6F175D3DCCD1}">
              <a14:hiddenFill xmlns:a14="http://schemas.microsoft.com/office/drawing/2010/main">
                <a:solidFill>
                  <a:srgbClr val="FFFFFF"/>
                </a:solidFill>
              </a14:hiddenFill>
            </a:ext>
          </a:extLst>
        </p:spPr>
      </p:pic>
      <p:sp>
        <p:nvSpPr>
          <p:cNvPr id="12" name="Freeform: Shape 12">
            <a:extLst>
              <a:ext uri="{FF2B5EF4-FFF2-40B4-BE49-F238E27FC236}">
                <a16:creationId xmlns:a16="http://schemas.microsoft.com/office/drawing/2014/main" id="{6B70509C-DFC0-28C4-52E1-9BCED8964CE4}"/>
              </a:ext>
            </a:extLst>
          </p:cNvPr>
          <p:cNvSpPr/>
          <p:nvPr/>
        </p:nvSpPr>
        <p:spPr>
          <a:xfrm>
            <a:off x="4348449" y="2758097"/>
            <a:ext cx="1480596" cy="1341805"/>
          </a:xfrm>
          <a:custGeom>
            <a:avLst/>
            <a:gdLst>
              <a:gd name="connsiteX0" fmla="*/ 9526 w 3470338"/>
              <a:gd name="connsiteY0" fmla="*/ 0 h 6346429"/>
              <a:gd name="connsiteX1" fmla="*/ 3470338 w 3470338"/>
              <a:gd name="connsiteY1" fmla="*/ 0 h 6346429"/>
              <a:gd name="connsiteX2" fmla="*/ 3470338 w 3470338"/>
              <a:gd name="connsiteY2" fmla="*/ 6346429 h 6346429"/>
              <a:gd name="connsiteX3" fmla="*/ 9526 w 3470338"/>
              <a:gd name="connsiteY3" fmla="*/ 6346429 h 6346429"/>
              <a:gd name="connsiteX4" fmla="*/ 7830 w 3470338"/>
              <a:gd name="connsiteY4" fmla="*/ 5754489 h 6346429"/>
              <a:gd name="connsiteX5" fmla="*/ 1066800 w 3470338"/>
              <a:gd name="connsiteY5" fmla="*/ 5754489 h 6346429"/>
              <a:gd name="connsiteX6" fmla="*/ 1066800 w 3470338"/>
              <a:gd name="connsiteY6" fmla="*/ 3173214 h 6346429"/>
              <a:gd name="connsiteX7" fmla="*/ 437 w 3470338"/>
              <a:gd name="connsiteY7" fmla="*/ 3173214 h 6346429"/>
              <a:gd name="connsiteX8" fmla="*/ 0 w 3470338"/>
              <a:gd name="connsiteY8" fmla="*/ 3020814 h 6346429"/>
              <a:gd name="connsiteX9" fmla="*/ 9526 w 3470338"/>
              <a:gd name="connsiteY9" fmla="*/ 0 h 6346429"/>
              <a:gd name="connsiteX0" fmla="*/ 9526 w 3470338"/>
              <a:gd name="connsiteY0" fmla="*/ 0 h 6346429"/>
              <a:gd name="connsiteX1" fmla="*/ 3470338 w 3470338"/>
              <a:gd name="connsiteY1" fmla="*/ 0 h 6346429"/>
              <a:gd name="connsiteX2" fmla="*/ 3470338 w 3470338"/>
              <a:gd name="connsiteY2" fmla="*/ 6346429 h 6346429"/>
              <a:gd name="connsiteX3" fmla="*/ 9526 w 3470338"/>
              <a:gd name="connsiteY3" fmla="*/ 6346429 h 6346429"/>
              <a:gd name="connsiteX4" fmla="*/ 7830 w 3470338"/>
              <a:gd name="connsiteY4" fmla="*/ 5754489 h 6346429"/>
              <a:gd name="connsiteX5" fmla="*/ 1066800 w 3470338"/>
              <a:gd name="connsiteY5" fmla="*/ 5754489 h 6346429"/>
              <a:gd name="connsiteX6" fmla="*/ 437 w 3470338"/>
              <a:gd name="connsiteY6" fmla="*/ 3173214 h 6346429"/>
              <a:gd name="connsiteX7" fmla="*/ 0 w 3470338"/>
              <a:gd name="connsiteY7" fmla="*/ 3020814 h 6346429"/>
              <a:gd name="connsiteX8" fmla="*/ 9526 w 3470338"/>
              <a:gd name="connsiteY8" fmla="*/ 0 h 6346429"/>
              <a:gd name="connsiteX0" fmla="*/ 1066800 w 3470338"/>
              <a:gd name="connsiteY0" fmla="*/ 5754489 h 6346429"/>
              <a:gd name="connsiteX1" fmla="*/ 437 w 3470338"/>
              <a:gd name="connsiteY1" fmla="*/ 3173214 h 6346429"/>
              <a:gd name="connsiteX2" fmla="*/ 0 w 3470338"/>
              <a:gd name="connsiteY2" fmla="*/ 3020814 h 6346429"/>
              <a:gd name="connsiteX3" fmla="*/ 9526 w 3470338"/>
              <a:gd name="connsiteY3" fmla="*/ 0 h 6346429"/>
              <a:gd name="connsiteX4" fmla="*/ 3470338 w 3470338"/>
              <a:gd name="connsiteY4" fmla="*/ 0 h 6346429"/>
              <a:gd name="connsiteX5" fmla="*/ 3470338 w 3470338"/>
              <a:gd name="connsiteY5" fmla="*/ 6346429 h 6346429"/>
              <a:gd name="connsiteX6" fmla="*/ 9526 w 3470338"/>
              <a:gd name="connsiteY6" fmla="*/ 6346429 h 6346429"/>
              <a:gd name="connsiteX7" fmla="*/ 7830 w 3470338"/>
              <a:gd name="connsiteY7" fmla="*/ 5754489 h 6346429"/>
              <a:gd name="connsiteX8" fmla="*/ 1158240 w 3470338"/>
              <a:gd name="connsiteY8" fmla="*/ 5845929 h 6346429"/>
              <a:gd name="connsiteX0" fmla="*/ 437 w 3470338"/>
              <a:gd name="connsiteY0" fmla="*/ 3173214 h 6346429"/>
              <a:gd name="connsiteX1" fmla="*/ 0 w 3470338"/>
              <a:gd name="connsiteY1" fmla="*/ 3020814 h 6346429"/>
              <a:gd name="connsiteX2" fmla="*/ 9526 w 3470338"/>
              <a:gd name="connsiteY2" fmla="*/ 0 h 6346429"/>
              <a:gd name="connsiteX3" fmla="*/ 3470338 w 3470338"/>
              <a:gd name="connsiteY3" fmla="*/ 0 h 6346429"/>
              <a:gd name="connsiteX4" fmla="*/ 3470338 w 3470338"/>
              <a:gd name="connsiteY4" fmla="*/ 6346429 h 6346429"/>
              <a:gd name="connsiteX5" fmla="*/ 9526 w 3470338"/>
              <a:gd name="connsiteY5" fmla="*/ 6346429 h 6346429"/>
              <a:gd name="connsiteX6" fmla="*/ 7830 w 3470338"/>
              <a:gd name="connsiteY6" fmla="*/ 5754489 h 6346429"/>
              <a:gd name="connsiteX7" fmla="*/ 1158240 w 3470338"/>
              <a:gd name="connsiteY7" fmla="*/ 5845929 h 6346429"/>
              <a:gd name="connsiteX0" fmla="*/ 437 w 3470338"/>
              <a:gd name="connsiteY0" fmla="*/ 3173214 h 6346429"/>
              <a:gd name="connsiteX1" fmla="*/ 0 w 3470338"/>
              <a:gd name="connsiteY1" fmla="*/ 3020814 h 6346429"/>
              <a:gd name="connsiteX2" fmla="*/ 9526 w 3470338"/>
              <a:gd name="connsiteY2" fmla="*/ 0 h 6346429"/>
              <a:gd name="connsiteX3" fmla="*/ 3470338 w 3470338"/>
              <a:gd name="connsiteY3" fmla="*/ 0 h 6346429"/>
              <a:gd name="connsiteX4" fmla="*/ 3470338 w 3470338"/>
              <a:gd name="connsiteY4" fmla="*/ 6346429 h 6346429"/>
              <a:gd name="connsiteX5" fmla="*/ 9526 w 3470338"/>
              <a:gd name="connsiteY5" fmla="*/ 6346429 h 6346429"/>
              <a:gd name="connsiteX6" fmla="*/ 7830 w 3470338"/>
              <a:gd name="connsiteY6" fmla="*/ 5754489 h 63464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470338" h="6346429">
                <a:moveTo>
                  <a:pt x="437" y="3173214"/>
                </a:moveTo>
                <a:cubicBezTo>
                  <a:pt x="291" y="3122414"/>
                  <a:pt x="146" y="3071614"/>
                  <a:pt x="0" y="3020814"/>
                </a:cubicBezTo>
                <a:cubicBezTo>
                  <a:pt x="3175" y="2013876"/>
                  <a:pt x="6351" y="1006938"/>
                  <a:pt x="9526" y="0"/>
                </a:cubicBezTo>
                <a:lnTo>
                  <a:pt x="3470338" y="0"/>
                </a:lnTo>
                <a:lnTo>
                  <a:pt x="3470338" y="6346429"/>
                </a:lnTo>
                <a:lnTo>
                  <a:pt x="9526" y="6346429"/>
                </a:lnTo>
                <a:cubicBezTo>
                  <a:pt x="8961" y="6149116"/>
                  <a:pt x="8395" y="5951802"/>
                  <a:pt x="7830" y="5754489"/>
                </a:cubicBezTo>
              </a:path>
            </a:pathLst>
          </a:custGeom>
          <a:noFill/>
          <a:ln w="28575">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a:ea typeface="+mn-ea"/>
              <a:cs typeface="+mn-cs"/>
            </a:endParaRPr>
          </a:p>
        </p:txBody>
      </p:sp>
      <p:sp>
        <p:nvSpPr>
          <p:cNvPr id="14" name="Freeform: Shape 12">
            <a:extLst>
              <a:ext uri="{FF2B5EF4-FFF2-40B4-BE49-F238E27FC236}">
                <a16:creationId xmlns:a16="http://schemas.microsoft.com/office/drawing/2014/main" id="{9C5D9CCD-A219-470D-B796-C5B36AE6C867}"/>
              </a:ext>
            </a:extLst>
          </p:cNvPr>
          <p:cNvSpPr/>
          <p:nvPr/>
        </p:nvSpPr>
        <p:spPr>
          <a:xfrm>
            <a:off x="6181803" y="2758097"/>
            <a:ext cx="1480596" cy="1341805"/>
          </a:xfrm>
          <a:custGeom>
            <a:avLst/>
            <a:gdLst>
              <a:gd name="connsiteX0" fmla="*/ 9526 w 3470338"/>
              <a:gd name="connsiteY0" fmla="*/ 0 h 6346429"/>
              <a:gd name="connsiteX1" fmla="*/ 3470338 w 3470338"/>
              <a:gd name="connsiteY1" fmla="*/ 0 h 6346429"/>
              <a:gd name="connsiteX2" fmla="*/ 3470338 w 3470338"/>
              <a:gd name="connsiteY2" fmla="*/ 6346429 h 6346429"/>
              <a:gd name="connsiteX3" fmla="*/ 9526 w 3470338"/>
              <a:gd name="connsiteY3" fmla="*/ 6346429 h 6346429"/>
              <a:gd name="connsiteX4" fmla="*/ 7830 w 3470338"/>
              <a:gd name="connsiteY4" fmla="*/ 5754489 h 6346429"/>
              <a:gd name="connsiteX5" fmla="*/ 1066800 w 3470338"/>
              <a:gd name="connsiteY5" fmla="*/ 5754489 h 6346429"/>
              <a:gd name="connsiteX6" fmla="*/ 1066800 w 3470338"/>
              <a:gd name="connsiteY6" fmla="*/ 3173214 h 6346429"/>
              <a:gd name="connsiteX7" fmla="*/ 437 w 3470338"/>
              <a:gd name="connsiteY7" fmla="*/ 3173214 h 6346429"/>
              <a:gd name="connsiteX8" fmla="*/ 0 w 3470338"/>
              <a:gd name="connsiteY8" fmla="*/ 3020814 h 6346429"/>
              <a:gd name="connsiteX9" fmla="*/ 9526 w 3470338"/>
              <a:gd name="connsiteY9" fmla="*/ 0 h 6346429"/>
              <a:gd name="connsiteX0" fmla="*/ 9526 w 3470338"/>
              <a:gd name="connsiteY0" fmla="*/ 0 h 6346429"/>
              <a:gd name="connsiteX1" fmla="*/ 3470338 w 3470338"/>
              <a:gd name="connsiteY1" fmla="*/ 0 h 6346429"/>
              <a:gd name="connsiteX2" fmla="*/ 3470338 w 3470338"/>
              <a:gd name="connsiteY2" fmla="*/ 6346429 h 6346429"/>
              <a:gd name="connsiteX3" fmla="*/ 9526 w 3470338"/>
              <a:gd name="connsiteY3" fmla="*/ 6346429 h 6346429"/>
              <a:gd name="connsiteX4" fmla="*/ 7830 w 3470338"/>
              <a:gd name="connsiteY4" fmla="*/ 5754489 h 6346429"/>
              <a:gd name="connsiteX5" fmla="*/ 1066800 w 3470338"/>
              <a:gd name="connsiteY5" fmla="*/ 5754489 h 6346429"/>
              <a:gd name="connsiteX6" fmla="*/ 437 w 3470338"/>
              <a:gd name="connsiteY6" fmla="*/ 3173214 h 6346429"/>
              <a:gd name="connsiteX7" fmla="*/ 0 w 3470338"/>
              <a:gd name="connsiteY7" fmla="*/ 3020814 h 6346429"/>
              <a:gd name="connsiteX8" fmla="*/ 9526 w 3470338"/>
              <a:gd name="connsiteY8" fmla="*/ 0 h 6346429"/>
              <a:gd name="connsiteX0" fmla="*/ 1066800 w 3470338"/>
              <a:gd name="connsiteY0" fmla="*/ 5754489 h 6346429"/>
              <a:gd name="connsiteX1" fmla="*/ 437 w 3470338"/>
              <a:gd name="connsiteY1" fmla="*/ 3173214 h 6346429"/>
              <a:gd name="connsiteX2" fmla="*/ 0 w 3470338"/>
              <a:gd name="connsiteY2" fmla="*/ 3020814 h 6346429"/>
              <a:gd name="connsiteX3" fmla="*/ 9526 w 3470338"/>
              <a:gd name="connsiteY3" fmla="*/ 0 h 6346429"/>
              <a:gd name="connsiteX4" fmla="*/ 3470338 w 3470338"/>
              <a:gd name="connsiteY4" fmla="*/ 0 h 6346429"/>
              <a:gd name="connsiteX5" fmla="*/ 3470338 w 3470338"/>
              <a:gd name="connsiteY5" fmla="*/ 6346429 h 6346429"/>
              <a:gd name="connsiteX6" fmla="*/ 9526 w 3470338"/>
              <a:gd name="connsiteY6" fmla="*/ 6346429 h 6346429"/>
              <a:gd name="connsiteX7" fmla="*/ 7830 w 3470338"/>
              <a:gd name="connsiteY7" fmla="*/ 5754489 h 6346429"/>
              <a:gd name="connsiteX8" fmla="*/ 1158240 w 3470338"/>
              <a:gd name="connsiteY8" fmla="*/ 5845929 h 6346429"/>
              <a:gd name="connsiteX0" fmla="*/ 437 w 3470338"/>
              <a:gd name="connsiteY0" fmla="*/ 3173214 h 6346429"/>
              <a:gd name="connsiteX1" fmla="*/ 0 w 3470338"/>
              <a:gd name="connsiteY1" fmla="*/ 3020814 h 6346429"/>
              <a:gd name="connsiteX2" fmla="*/ 9526 w 3470338"/>
              <a:gd name="connsiteY2" fmla="*/ 0 h 6346429"/>
              <a:gd name="connsiteX3" fmla="*/ 3470338 w 3470338"/>
              <a:gd name="connsiteY3" fmla="*/ 0 h 6346429"/>
              <a:gd name="connsiteX4" fmla="*/ 3470338 w 3470338"/>
              <a:gd name="connsiteY4" fmla="*/ 6346429 h 6346429"/>
              <a:gd name="connsiteX5" fmla="*/ 9526 w 3470338"/>
              <a:gd name="connsiteY5" fmla="*/ 6346429 h 6346429"/>
              <a:gd name="connsiteX6" fmla="*/ 7830 w 3470338"/>
              <a:gd name="connsiteY6" fmla="*/ 5754489 h 6346429"/>
              <a:gd name="connsiteX7" fmla="*/ 1158240 w 3470338"/>
              <a:gd name="connsiteY7" fmla="*/ 5845929 h 6346429"/>
              <a:gd name="connsiteX0" fmla="*/ 437 w 3470338"/>
              <a:gd name="connsiteY0" fmla="*/ 3173214 h 6346429"/>
              <a:gd name="connsiteX1" fmla="*/ 0 w 3470338"/>
              <a:gd name="connsiteY1" fmla="*/ 3020814 h 6346429"/>
              <a:gd name="connsiteX2" fmla="*/ 9526 w 3470338"/>
              <a:gd name="connsiteY2" fmla="*/ 0 h 6346429"/>
              <a:gd name="connsiteX3" fmla="*/ 3470338 w 3470338"/>
              <a:gd name="connsiteY3" fmla="*/ 0 h 6346429"/>
              <a:gd name="connsiteX4" fmla="*/ 3470338 w 3470338"/>
              <a:gd name="connsiteY4" fmla="*/ 6346429 h 6346429"/>
              <a:gd name="connsiteX5" fmla="*/ 9526 w 3470338"/>
              <a:gd name="connsiteY5" fmla="*/ 6346429 h 6346429"/>
              <a:gd name="connsiteX6" fmla="*/ 7830 w 3470338"/>
              <a:gd name="connsiteY6" fmla="*/ 5754489 h 63464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470338" h="6346429">
                <a:moveTo>
                  <a:pt x="437" y="3173214"/>
                </a:moveTo>
                <a:cubicBezTo>
                  <a:pt x="291" y="3122414"/>
                  <a:pt x="146" y="3071614"/>
                  <a:pt x="0" y="3020814"/>
                </a:cubicBezTo>
                <a:cubicBezTo>
                  <a:pt x="3175" y="2013876"/>
                  <a:pt x="6351" y="1006938"/>
                  <a:pt x="9526" y="0"/>
                </a:cubicBezTo>
                <a:lnTo>
                  <a:pt x="3470338" y="0"/>
                </a:lnTo>
                <a:lnTo>
                  <a:pt x="3470338" y="6346429"/>
                </a:lnTo>
                <a:lnTo>
                  <a:pt x="9526" y="6346429"/>
                </a:lnTo>
                <a:cubicBezTo>
                  <a:pt x="8961" y="6149116"/>
                  <a:pt x="8395" y="5951802"/>
                  <a:pt x="7830" y="5754489"/>
                </a:cubicBezTo>
              </a:path>
            </a:pathLst>
          </a:custGeom>
          <a:noFill/>
          <a:ln w="28575">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a:ea typeface="+mn-ea"/>
              <a:cs typeface="+mn-cs"/>
            </a:endParaRPr>
          </a:p>
        </p:txBody>
      </p:sp>
      <p:sp>
        <p:nvSpPr>
          <p:cNvPr id="15" name="Freeform: Shape 12">
            <a:extLst>
              <a:ext uri="{FF2B5EF4-FFF2-40B4-BE49-F238E27FC236}">
                <a16:creationId xmlns:a16="http://schemas.microsoft.com/office/drawing/2014/main" id="{E24DB4D3-27E6-C0EE-45E5-93538F2C937D}"/>
              </a:ext>
            </a:extLst>
          </p:cNvPr>
          <p:cNvSpPr/>
          <p:nvPr/>
        </p:nvSpPr>
        <p:spPr>
          <a:xfrm>
            <a:off x="8015157" y="2758097"/>
            <a:ext cx="1480596" cy="1341805"/>
          </a:xfrm>
          <a:custGeom>
            <a:avLst/>
            <a:gdLst>
              <a:gd name="connsiteX0" fmla="*/ 9526 w 3470338"/>
              <a:gd name="connsiteY0" fmla="*/ 0 h 6346429"/>
              <a:gd name="connsiteX1" fmla="*/ 3470338 w 3470338"/>
              <a:gd name="connsiteY1" fmla="*/ 0 h 6346429"/>
              <a:gd name="connsiteX2" fmla="*/ 3470338 w 3470338"/>
              <a:gd name="connsiteY2" fmla="*/ 6346429 h 6346429"/>
              <a:gd name="connsiteX3" fmla="*/ 9526 w 3470338"/>
              <a:gd name="connsiteY3" fmla="*/ 6346429 h 6346429"/>
              <a:gd name="connsiteX4" fmla="*/ 7830 w 3470338"/>
              <a:gd name="connsiteY4" fmla="*/ 5754489 h 6346429"/>
              <a:gd name="connsiteX5" fmla="*/ 1066800 w 3470338"/>
              <a:gd name="connsiteY5" fmla="*/ 5754489 h 6346429"/>
              <a:gd name="connsiteX6" fmla="*/ 1066800 w 3470338"/>
              <a:gd name="connsiteY6" fmla="*/ 3173214 h 6346429"/>
              <a:gd name="connsiteX7" fmla="*/ 437 w 3470338"/>
              <a:gd name="connsiteY7" fmla="*/ 3173214 h 6346429"/>
              <a:gd name="connsiteX8" fmla="*/ 0 w 3470338"/>
              <a:gd name="connsiteY8" fmla="*/ 3020814 h 6346429"/>
              <a:gd name="connsiteX9" fmla="*/ 9526 w 3470338"/>
              <a:gd name="connsiteY9" fmla="*/ 0 h 6346429"/>
              <a:gd name="connsiteX0" fmla="*/ 9526 w 3470338"/>
              <a:gd name="connsiteY0" fmla="*/ 0 h 6346429"/>
              <a:gd name="connsiteX1" fmla="*/ 3470338 w 3470338"/>
              <a:gd name="connsiteY1" fmla="*/ 0 h 6346429"/>
              <a:gd name="connsiteX2" fmla="*/ 3470338 w 3470338"/>
              <a:gd name="connsiteY2" fmla="*/ 6346429 h 6346429"/>
              <a:gd name="connsiteX3" fmla="*/ 9526 w 3470338"/>
              <a:gd name="connsiteY3" fmla="*/ 6346429 h 6346429"/>
              <a:gd name="connsiteX4" fmla="*/ 7830 w 3470338"/>
              <a:gd name="connsiteY4" fmla="*/ 5754489 h 6346429"/>
              <a:gd name="connsiteX5" fmla="*/ 1066800 w 3470338"/>
              <a:gd name="connsiteY5" fmla="*/ 5754489 h 6346429"/>
              <a:gd name="connsiteX6" fmla="*/ 437 w 3470338"/>
              <a:gd name="connsiteY6" fmla="*/ 3173214 h 6346429"/>
              <a:gd name="connsiteX7" fmla="*/ 0 w 3470338"/>
              <a:gd name="connsiteY7" fmla="*/ 3020814 h 6346429"/>
              <a:gd name="connsiteX8" fmla="*/ 9526 w 3470338"/>
              <a:gd name="connsiteY8" fmla="*/ 0 h 6346429"/>
              <a:gd name="connsiteX0" fmla="*/ 1066800 w 3470338"/>
              <a:gd name="connsiteY0" fmla="*/ 5754489 h 6346429"/>
              <a:gd name="connsiteX1" fmla="*/ 437 w 3470338"/>
              <a:gd name="connsiteY1" fmla="*/ 3173214 h 6346429"/>
              <a:gd name="connsiteX2" fmla="*/ 0 w 3470338"/>
              <a:gd name="connsiteY2" fmla="*/ 3020814 h 6346429"/>
              <a:gd name="connsiteX3" fmla="*/ 9526 w 3470338"/>
              <a:gd name="connsiteY3" fmla="*/ 0 h 6346429"/>
              <a:gd name="connsiteX4" fmla="*/ 3470338 w 3470338"/>
              <a:gd name="connsiteY4" fmla="*/ 0 h 6346429"/>
              <a:gd name="connsiteX5" fmla="*/ 3470338 w 3470338"/>
              <a:gd name="connsiteY5" fmla="*/ 6346429 h 6346429"/>
              <a:gd name="connsiteX6" fmla="*/ 9526 w 3470338"/>
              <a:gd name="connsiteY6" fmla="*/ 6346429 h 6346429"/>
              <a:gd name="connsiteX7" fmla="*/ 7830 w 3470338"/>
              <a:gd name="connsiteY7" fmla="*/ 5754489 h 6346429"/>
              <a:gd name="connsiteX8" fmla="*/ 1158240 w 3470338"/>
              <a:gd name="connsiteY8" fmla="*/ 5845929 h 6346429"/>
              <a:gd name="connsiteX0" fmla="*/ 437 w 3470338"/>
              <a:gd name="connsiteY0" fmla="*/ 3173214 h 6346429"/>
              <a:gd name="connsiteX1" fmla="*/ 0 w 3470338"/>
              <a:gd name="connsiteY1" fmla="*/ 3020814 h 6346429"/>
              <a:gd name="connsiteX2" fmla="*/ 9526 w 3470338"/>
              <a:gd name="connsiteY2" fmla="*/ 0 h 6346429"/>
              <a:gd name="connsiteX3" fmla="*/ 3470338 w 3470338"/>
              <a:gd name="connsiteY3" fmla="*/ 0 h 6346429"/>
              <a:gd name="connsiteX4" fmla="*/ 3470338 w 3470338"/>
              <a:gd name="connsiteY4" fmla="*/ 6346429 h 6346429"/>
              <a:gd name="connsiteX5" fmla="*/ 9526 w 3470338"/>
              <a:gd name="connsiteY5" fmla="*/ 6346429 h 6346429"/>
              <a:gd name="connsiteX6" fmla="*/ 7830 w 3470338"/>
              <a:gd name="connsiteY6" fmla="*/ 5754489 h 6346429"/>
              <a:gd name="connsiteX7" fmla="*/ 1158240 w 3470338"/>
              <a:gd name="connsiteY7" fmla="*/ 5845929 h 6346429"/>
              <a:gd name="connsiteX0" fmla="*/ 437 w 3470338"/>
              <a:gd name="connsiteY0" fmla="*/ 3173214 h 6346429"/>
              <a:gd name="connsiteX1" fmla="*/ 0 w 3470338"/>
              <a:gd name="connsiteY1" fmla="*/ 3020814 h 6346429"/>
              <a:gd name="connsiteX2" fmla="*/ 9526 w 3470338"/>
              <a:gd name="connsiteY2" fmla="*/ 0 h 6346429"/>
              <a:gd name="connsiteX3" fmla="*/ 3470338 w 3470338"/>
              <a:gd name="connsiteY3" fmla="*/ 0 h 6346429"/>
              <a:gd name="connsiteX4" fmla="*/ 3470338 w 3470338"/>
              <a:gd name="connsiteY4" fmla="*/ 6346429 h 6346429"/>
              <a:gd name="connsiteX5" fmla="*/ 9526 w 3470338"/>
              <a:gd name="connsiteY5" fmla="*/ 6346429 h 6346429"/>
              <a:gd name="connsiteX6" fmla="*/ 7830 w 3470338"/>
              <a:gd name="connsiteY6" fmla="*/ 5754489 h 63464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470338" h="6346429">
                <a:moveTo>
                  <a:pt x="437" y="3173214"/>
                </a:moveTo>
                <a:cubicBezTo>
                  <a:pt x="291" y="3122414"/>
                  <a:pt x="146" y="3071614"/>
                  <a:pt x="0" y="3020814"/>
                </a:cubicBezTo>
                <a:cubicBezTo>
                  <a:pt x="3175" y="2013876"/>
                  <a:pt x="6351" y="1006938"/>
                  <a:pt x="9526" y="0"/>
                </a:cubicBezTo>
                <a:lnTo>
                  <a:pt x="3470338" y="0"/>
                </a:lnTo>
                <a:lnTo>
                  <a:pt x="3470338" y="6346429"/>
                </a:lnTo>
                <a:lnTo>
                  <a:pt x="9526" y="6346429"/>
                </a:lnTo>
                <a:cubicBezTo>
                  <a:pt x="8961" y="6149116"/>
                  <a:pt x="8395" y="5951802"/>
                  <a:pt x="7830" y="5754489"/>
                </a:cubicBezTo>
              </a:path>
            </a:pathLst>
          </a:custGeom>
          <a:noFill/>
          <a:ln w="28575">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a:ea typeface="+mn-ea"/>
              <a:cs typeface="+mn-cs"/>
            </a:endParaRPr>
          </a:p>
        </p:txBody>
      </p:sp>
      <p:sp>
        <p:nvSpPr>
          <p:cNvPr id="16" name="ZoneTexte 15">
            <a:extLst>
              <a:ext uri="{FF2B5EF4-FFF2-40B4-BE49-F238E27FC236}">
                <a16:creationId xmlns:a16="http://schemas.microsoft.com/office/drawing/2014/main" id="{B6EE8DED-52EB-1D2E-D176-D9473D647D8E}"/>
              </a:ext>
            </a:extLst>
          </p:cNvPr>
          <p:cNvSpPr txBox="1"/>
          <p:nvPr/>
        </p:nvSpPr>
        <p:spPr>
          <a:xfrm>
            <a:off x="1105125" y="631924"/>
            <a:ext cx="6154918" cy="400110"/>
          </a:xfrm>
          <a:prstGeom prst="rect">
            <a:avLst/>
          </a:prstGeom>
          <a:noFill/>
        </p:spPr>
        <p:txBody>
          <a:bodyPr wrap="square" rtlCol="0">
            <a:spAutoFit/>
          </a:bodyPr>
          <a:lstStyle/>
          <a:p>
            <a:r>
              <a:rPr lang="fr-FR" sz="2000" dirty="0">
                <a:solidFill>
                  <a:schemeClr val="accent5">
                    <a:lumMod val="75000"/>
                  </a:schemeClr>
                </a:solidFill>
                <a:latin typeface="Bahnschrift SemiLight Condensed" panose="020B0502040204020203" pitchFamily="34" charset="0"/>
                <a:cs typeface="Calibri" panose="020F0502020204030204" pitchFamily="34" charset="0"/>
              </a:rPr>
              <a:t>OUTILS UTILISÉS</a:t>
            </a:r>
          </a:p>
        </p:txBody>
      </p:sp>
      <p:pic>
        <p:nvPicPr>
          <p:cNvPr id="18" name="Image 17" descr="Une image contenant texte, clipart, Graphique, Police&#10;&#10;Description générée automatiquement">
            <a:extLst>
              <a:ext uri="{FF2B5EF4-FFF2-40B4-BE49-F238E27FC236}">
                <a16:creationId xmlns:a16="http://schemas.microsoft.com/office/drawing/2014/main" id="{72F0959C-3DB1-09E1-0C39-18FA9AE0552D}"/>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4717545" y="2970529"/>
            <a:ext cx="819150" cy="916940"/>
          </a:xfrm>
          <a:prstGeom prst="rect">
            <a:avLst/>
          </a:prstGeom>
        </p:spPr>
      </p:pic>
    </p:spTree>
    <p:extLst>
      <p:ext uri="{BB962C8B-B14F-4D97-AF65-F5344CB8AC3E}">
        <p14:creationId xmlns:p14="http://schemas.microsoft.com/office/powerpoint/2010/main" val="222054606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600">
        <p159:morph option="byObject"/>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7D8F9C9-216E-5B39-D9AE-F8CF3DC94653}"/>
            </a:ext>
          </a:extLst>
        </p:cNvPr>
        <p:cNvGrpSpPr/>
        <p:nvPr/>
      </p:nvGrpSpPr>
      <p:grpSpPr>
        <a:xfrm>
          <a:off x="0" y="0"/>
          <a:ext cx="0" cy="0"/>
          <a:chOff x="0" y="0"/>
          <a:chExt cx="0" cy="0"/>
        </a:xfrm>
      </p:grpSpPr>
      <p:sp>
        <p:nvSpPr>
          <p:cNvPr id="87" name="Rectangle 86">
            <a:extLst>
              <a:ext uri="{FF2B5EF4-FFF2-40B4-BE49-F238E27FC236}">
                <a16:creationId xmlns:a16="http://schemas.microsoft.com/office/drawing/2014/main" id="{930E95F1-E65A-744E-3E9D-FED1F5337348}"/>
              </a:ext>
            </a:extLst>
          </p:cNvPr>
          <p:cNvSpPr/>
          <p:nvPr/>
        </p:nvSpPr>
        <p:spPr>
          <a:xfrm>
            <a:off x="3848100" y="0"/>
            <a:ext cx="4495800" cy="6858000"/>
          </a:xfrm>
          <a:prstGeom prst="rect">
            <a:avLst/>
          </a:prstGeom>
          <a:solidFill>
            <a:schemeClr val="accent5">
              <a:lumMod val="75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Light"/>
              <a:ea typeface="+mn-ea"/>
              <a:cs typeface="+mn-cs"/>
            </a:endParaRPr>
          </a:p>
        </p:txBody>
      </p:sp>
      <p:sp>
        <p:nvSpPr>
          <p:cNvPr id="88" name="Rectangle 87">
            <a:extLst>
              <a:ext uri="{FF2B5EF4-FFF2-40B4-BE49-F238E27FC236}">
                <a16:creationId xmlns:a16="http://schemas.microsoft.com/office/drawing/2014/main" id="{602C9B7D-C677-6E1C-5563-BD5B82071C5F}"/>
              </a:ext>
            </a:extLst>
          </p:cNvPr>
          <p:cNvSpPr/>
          <p:nvPr/>
        </p:nvSpPr>
        <p:spPr>
          <a:xfrm>
            <a:off x="3625850" y="2882900"/>
            <a:ext cx="4940300" cy="2768600"/>
          </a:xfrm>
          <a:prstGeom prst="rect">
            <a:avLst/>
          </a:prstGeom>
          <a:noFill/>
          <a:ln w="19050">
            <a:solidFill>
              <a:schemeClr val="bg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a:ea typeface="+mn-ea"/>
              <a:cs typeface="+mn-cs"/>
            </a:endParaRPr>
          </a:p>
        </p:txBody>
      </p:sp>
      <p:sp>
        <p:nvSpPr>
          <p:cNvPr id="89" name="TextBox 88">
            <a:extLst>
              <a:ext uri="{FF2B5EF4-FFF2-40B4-BE49-F238E27FC236}">
                <a16:creationId xmlns:a16="http://schemas.microsoft.com/office/drawing/2014/main" id="{1E3C90CA-CC51-F06B-69FC-908149B51427}"/>
              </a:ext>
            </a:extLst>
          </p:cNvPr>
          <p:cNvSpPr txBox="1"/>
          <p:nvPr/>
        </p:nvSpPr>
        <p:spPr>
          <a:xfrm>
            <a:off x="3848110" y="3987863"/>
            <a:ext cx="4495780" cy="738664"/>
          </a:xfrm>
          <a:prstGeom prst="rect">
            <a:avLst/>
          </a:prstGeom>
          <a:noFill/>
        </p:spPr>
        <p:txBody>
          <a:bodyPr wrap="square" lIns="0" tIns="0" rIns="0" bIns="0"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4800" b="1" i="0" u="none" strike="noStrike" kern="1200" cap="none" spc="0" normalizeH="0" baseline="0" noProof="0" dirty="0">
                <a:ln>
                  <a:noFill/>
                </a:ln>
                <a:solidFill>
                  <a:prstClr val="white"/>
                </a:solidFill>
                <a:effectLst/>
                <a:uLnTx/>
                <a:uFillTx/>
                <a:latin typeface="Bahnschrift SemiBold Condensed" panose="020B0502040204020203" pitchFamily="34" charset="0"/>
                <a:ea typeface="+mn-ea"/>
                <a:cs typeface="+mn-cs"/>
              </a:rPr>
              <a:t>D</a:t>
            </a:r>
            <a:r>
              <a:rPr lang="fr-FR" sz="4800" b="1" dirty="0">
                <a:solidFill>
                  <a:prstClr val="white"/>
                </a:solidFill>
                <a:latin typeface="Bahnschrift SemiBold Condensed" panose="020B0502040204020203" pitchFamily="34" charset="0"/>
              </a:rPr>
              <a:t>É</a:t>
            </a:r>
            <a:r>
              <a:rPr kumimoji="0" lang="en-US" sz="4800" b="1" i="0" u="none" strike="noStrike" kern="1200" cap="none" spc="0" normalizeH="0" baseline="0" noProof="0" dirty="0">
                <a:ln>
                  <a:noFill/>
                </a:ln>
                <a:solidFill>
                  <a:prstClr val="white"/>
                </a:solidFill>
                <a:effectLst/>
                <a:uLnTx/>
                <a:uFillTx/>
                <a:latin typeface="Bahnschrift SemiBold Condensed" panose="020B0502040204020203" pitchFamily="34" charset="0"/>
                <a:ea typeface="+mn-ea"/>
                <a:cs typeface="+mn-cs"/>
              </a:rPr>
              <a:t>MONSTRATION</a:t>
            </a:r>
            <a:endParaRPr lang="en-US" sz="4800" b="1" dirty="0">
              <a:solidFill>
                <a:prstClr val="white"/>
              </a:solidFill>
              <a:latin typeface="Bahnschrift SemiBold Condensed" panose="020B0502040204020203" pitchFamily="34" charset="0"/>
            </a:endParaRPr>
          </a:p>
        </p:txBody>
      </p:sp>
      <p:sp>
        <p:nvSpPr>
          <p:cNvPr id="11" name="Rectangle 10">
            <a:extLst>
              <a:ext uri="{FF2B5EF4-FFF2-40B4-BE49-F238E27FC236}">
                <a16:creationId xmlns:a16="http://schemas.microsoft.com/office/drawing/2014/main" id="{0DA6E614-95A2-A923-5A97-12AD6AE2688A}"/>
              </a:ext>
            </a:extLst>
          </p:cNvPr>
          <p:cNvSpPr/>
          <p:nvPr/>
        </p:nvSpPr>
        <p:spPr>
          <a:xfrm>
            <a:off x="-1" y="3918609"/>
            <a:ext cx="3848105" cy="877163"/>
          </a:xfrm>
          <a:prstGeom prst="rect">
            <a:avLst/>
          </a:prstGeom>
          <a:noFill/>
          <a:ln w="19050">
            <a:solidFill>
              <a:schemeClr val="accent5">
                <a:lumMod val="7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a:ea typeface="+mn-ea"/>
              <a:cs typeface="+mn-cs"/>
            </a:endParaRPr>
          </a:p>
        </p:txBody>
      </p:sp>
      <p:sp>
        <p:nvSpPr>
          <p:cNvPr id="12" name="Rectangle 11">
            <a:extLst>
              <a:ext uri="{FF2B5EF4-FFF2-40B4-BE49-F238E27FC236}">
                <a16:creationId xmlns:a16="http://schemas.microsoft.com/office/drawing/2014/main" id="{CFD8BD62-858B-0E9A-5F3F-19FF24F4292E}"/>
              </a:ext>
            </a:extLst>
          </p:cNvPr>
          <p:cNvSpPr/>
          <p:nvPr/>
        </p:nvSpPr>
        <p:spPr>
          <a:xfrm>
            <a:off x="8334925" y="2152650"/>
            <a:ext cx="3848110" cy="4192649"/>
          </a:xfrm>
          <a:prstGeom prst="rect">
            <a:avLst/>
          </a:prstGeom>
          <a:noFill/>
          <a:ln w="19050">
            <a:solidFill>
              <a:schemeClr val="accent5">
                <a:lumMod val="7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a:ea typeface="+mn-ea"/>
              <a:cs typeface="+mn-cs"/>
            </a:endParaRPr>
          </a:p>
        </p:txBody>
      </p:sp>
    </p:spTree>
    <p:extLst>
      <p:ext uri="{BB962C8B-B14F-4D97-AF65-F5344CB8AC3E}">
        <p14:creationId xmlns:p14="http://schemas.microsoft.com/office/powerpoint/2010/main" val="2836815517"/>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xmlns:p14="http://schemas.microsoft.com/office/powerpoint/2010/main" spd="med" p14:dur="600">
        <p159:morph option="byObject"/>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fill="hold"/>
                                        <p:tgtEl>
                                          <p:spTgt spid="11"/>
                                        </p:tgtEl>
                                        <p:attrNameLst>
                                          <p:attrName>ppt_x</p:attrName>
                                        </p:attrNameLst>
                                      </p:cBhvr>
                                      <p:tavLst>
                                        <p:tav tm="0">
                                          <p:val>
                                            <p:strVal val="0-#ppt_w/2"/>
                                          </p:val>
                                        </p:tav>
                                        <p:tav tm="100000">
                                          <p:val>
                                            <p:strVal val="#ppt_x"/>
                                          </p:val>
                                        </p:tav>
                                      </p:tavLst>
                                    </p:anim>
                                    <p:anim calcmode="lin" valueType="num">
                                      <p:cBhvr additive="base">
                                        <p:cTn id="8" dur="500" fill="hold"/>
                                        <p:tgtEl>
                                          <p:spTgt spid="11"/>
                                        </p:tgtEl>
                                        <p:attrNameLst>
                                          <p:attrName>ppt_y</p:attrName>
                                        </p:attrNameLst>
                                      </p:cBhvr>
                                      <p:tavLst>
                                        <p:tav tm="0">
                                          <p:val>
                                            <p:strVal val="#ppt_y"/>
                                          </p:val>
                                        </p:tav>
                                        <p:tav tm="100000">
                                          <p:val>
                                            <p:strVal val="#ppt_y"/>
                                          </p:val>
                                        </p:tav>
                                      </p:tavLst>
                                    </p:anim>
                                  </p:childTnLst>
                                </p:cTn>
                              </p:par>
                              <p:par>
                                <p:cTn id="9" presetID="2" presetClass="entr" presetSubtype="2" fill="hold" grpId="0" nodeType="withEffect">
                                  <p:stCondLst>
                                    <p:cond delay="0"/>
                                  </p:stCondLst>
                                  <p:childTnLst>
                                    <p:set>
                                      <p:cBhvr>
                                        <p:cTn id="10" dur="1" fill="hold">
                                          <p:stCondLst>
                                            <p:cond delay="0"/>
                                          </p:stCondLst>
                                        </p:cTn>
                                        <p:tgtEl>
                                          <p:spTgt spid="12"/>
                                        </p:tgtEl>
                                        <p:attrNameLst>
                                          <p:attrName>style.visibility</p:attrName>
                                        </p:attrNameLst>
                                      </p:cBhvr>
                                      <p:to>
                                        <p:strVal val="visible"/>
                                      </p:to>
                                    </p:set>
                                    <p:anim calcmode="lin" valueType="num">
                                      <p:cBhvr additive="base">
                                        <p:cTn id="11" dur="500" fill="hold"/>
                                        <p:tgtEl>
                                          <p:spTgt spid="12"/>
                                        </p:tgtEl>
                                        <p:attrNameLst>
                                          <p:attrName>ppt_x</p:attrName>
                                        </p:attrNameLst>
                                      </p:cBhvr>
                                      <p:tavLst>
                                        <p:tav tm="0">
                                          <p:val>
                                            <p:strVal val="1+#ppt_w/2"/>
                                          </p:val>
                                        </p:tav>
                                        <p:tav tm="100000">
                                          <p:val>
                                            <p:strVal val="#ppt_x"/>
                                          </p:val>
                                        </p:tav>
                                      </p:tavLst>
                                    </p:anim>
                                    <p:anim calcmode="lin" valueType="num">
                                      <p:cBhvr additive="base">
                                        <p:cTn id="12" dur="500" fill="hold"/>
                                        <p:tgtEl>
                                          <p:spTgt spid="1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7" name="Rectangle 86">
            <a:extLst>
              <a:ext uri="{FF2B5EF4-FFF2-40B4-BE49-F238E27FC236}">
                <a16:creationId xmlns:a16="http://schemas.microsoft.com/office/drawing/2014/main" id="{E93E86D4-3B95-4D37-81B1-22A696A98B69}"/>
              </a:ext>
            </a:extLst>
          </p:cNvPr>
          <p:cNvSpPr/>
          <p:nvPr/>
        </p:nvSpPr>
        <p:spPr>
          <a:xfrm>
            <a:off x="3848100" y="0"/>
            <a:ext cx="4495800" cy="6858000"/>
          </a:xfrm>
          <a:prstGeom prst="rect">
            <a:avLst/>
          </a:prstGeom>
          <a:solidFill>
            <a:schemeClr val="accent5">
              <a:lumMod val="75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Light"/>
              <a:ea typeface="+mn-ea"/>
              <a:cs typeface="+mn-cs"/>
            </a:endParaRPr>
          </a:p>
        </p:txBody>
      </p:sp>
      <p:sp>
        <p:nvSpPr>
          <p:cNvPr id="88" name="Rectangle 87">
            <a:extLst>
              <a:ext uri="{FF2B5EF4-FFF2-40B4-BE49-F238E27FC236}">
                <a16:creationId xmlns:a16="http://schemas.microsoft.com/office/drawing/2014/main" id="{A5A890D3-EC31-40D1-BE5F-FD0D89A3C534}"/>
              </a:ext>
            </a:extLst>
          </p:cNvPr>
          <p:cNvSpPr/>
          <p:nvPr/>
        </p:nvSpPr>
        <p:spPr>
          <a:xfrm>
            <a:off x="3625850" y="2882900"/>
            <a:ext cx="4940300" cy="2768600"/>
          </a:xfrm>
          <a:prstGeom prst="rect">
            <a:avLst/>
          </a:prstGeom>
          <a:noFill/>
          <a:ln w="19050">
            <a:solidFill>
              <a:schemeClr val="bg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a:ea typeface="+mn-ea"/>
              <a:cs typeface="+mn-cs"/>
            </a:endParaRPr>
          </a:p>
        </p:txBody>
      </p:sp>
      <p:sp>
        <p:nvSpPr>
          <p:cNvPr id="89" name="TextBox 88">
            <a:extLst>
              <a:ext uri="{FF2B5EF4-FFF2-40B4-BE49-F238E27FC236}">
                <a16:creationId xmlns:a16="http://schemas.microsoft.com/office/drawing/2014/main" id="{468652A5-8840-4BF6-AE6C-FBAAAE5CCE86}"/>
              </a:ext>
            </a:extLst>
          </p:cNvPr>
          <p:cNvSpPr txBox="1"/>
          <p:nvPr/>
        </p:nvSpPr>
        <p:spPr>
          <a:xfrm>
            <a:off x="3848110" y="3618532"/>
            <a:ext cx="4495780" cy="1477328"/>
          </a:xfrm>
          <a:prstGeom prst="rect">
            <a:avLst/>
          </a:prstGeom>
          <a:noFill/>
        </p:spPr>
        <p:txBody>
          <a:bodyPr wrap="square" lIns="0" tIns="0" rIns="0" bIns="0" rtlCol="0" anchor="ctr">
            <a:spAutoFit/>
          </a:bodyPr>
          <a:lstStyle/>
          <a:p>
            <a:pPr algn="ctr">
              <a:defRPr/>
            </a:pPr>
            <a:r>
              <a:rPr lang="fr-FR" sz="4800" b="1" dirty="0">
                <a:solidFill>
                  <a:prstClr val="white"/>
                </a:solidFill>
                <a:latin typeface="Bahnschrift SemiBold Condensed" panose="020B0502040204020203" pitchFamily="34" charset="0"/>
                <a:sym typeface="Poppins"/>
              </a:rPr>
              <a:t>AM</a:t>
            </a:r>
            <a:r>
              <a:rPr lang="en-US" sz="4800" b="1" dirty="0">
                <a:solidFill>
                  <a:prstClr val="white"/>
                </a:solidFill>
                <a:latin typeface="Bahnschrift SemiBold Condensed" panose="020B0502040204020203" pitchFamily="34" charset="0"/>
              </a:rPr>
              <a:t>ÉLIORATIONS</a:t>
            </a:r>
            <a:r>
              <a:rPr lang="fr-FR" sz="4800" b="1" dirty="0">
                <a:solidFill>
                  <a:prstClr val="white"/>
                </a:solidFill>
                <a:latin typeface="Bahnschrift SemiBold Condensed" panose="020B0502040204020203" pitchFamily="34" charset="0"/>
                <a:sym typeface="Poppins"/>
              </a:rPr>
              <a:t> ET SUGGESTIONS</a:t>
            </a:r>
          </a:p>
        </p:txBody>
      </p:sp>
      <p:sp>
        <p:nvSpPr>
          <p:cNvPr id="2" name="ZoneTexte 1">
            <a:extLst>
              <a:ext uri="{FF2B5EF4-FFF2-40B4-BE49-F238E27FC236}">
                <a16:creationId xmlns:a16="http://schemas.microsoft.com/office/drawing/2014/main" id="{9E423D41-96D4-477E-B0A1-B7F6EFBBC677}"/>
              </a:ext>
            </a:extLst>
          </p:cNvPr>
          <p:cNvSpPr txBox="1"/>
          <p:nvPr/>
        </p:nvSpPr>
        <p:spPr>
          <a:xfrm>
            <a:off x="2095500" y="3849360"/>
            <a:ext cx="1752600" cy="1015663"/>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6000" b="1" i="0" u="none" strike="noStrike" kern="1200" cap="none" spc="0" normalizeH="0" baseline="0" noProof="0" dirty="0">
                <a:ln>
                  <a:noFill/>
                </a:ln>
                <a:solidFill>
                  <a:schemeClr val="accent5">
                    <a:lumMod val="75000"/>
                  </a:schemeClr>
                </a:solidFill>
                <a:effectLst/>
                <a:uLnTx/>
                <a:uFillTx/>
                <a:latin typeface="Bahnschrift SemiBold Condensed" panose="020B0502040204020203" pitchFamily="34" charset="0"/>
                <a:ea typeface="+mn-ea"/>
                <a:cs typeface="Andalus" panose="02020603050405020304" pitchFamily="18" charset="-78"/>
              </a:rPr>
              <a:t>05.</a:t>
            </a:r>
          </a:p>
        </p:txBody>
      </p:sp>
      <p:sp>
        <p:nvSpPr>
          <p:cNvPr id="11" name="Rectangle 10">
            <a:extLst>
              <a:ext uri="{FF2B5EF4-FFF2-40B4-BE49-F238E27FC236}">
                <a16:creationId xmlns:a16="http://schemas.microsoft.com/office/drawing/2014/main" id="{48B09228-DB82-41FA-B7DA-EAC8E102CEF5}"/>
              </a:ext>
            </a:extLst>
          </p:cNvPr>
          <p:cNvSpPr/>
          <p:nvPr/>
        </p:nvSpPr>
        <p:spPr>
          <a:xfrm>
            <a:off x="-1" y="3918609"/>
            <a:ext cx="3848105" cy="877163"/>
          </a:xfrm>
          <a:prstGeom prst="rect">
            <a:avLst/>
          </a:prstGeom>
          <a:noFill/>
          <a:ln w="19050">
            <a:solidFill>
              <a:schemeClr val="accent5">
                <a:lumMod val="7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a:ea typeface="+mn-ea"/>
              <a:cs typeface="+mn-cs"/>
            </a:endParaRPr>
          </a:p>
        </p:txBody>
      </p:sp>
      <p:sp>
        <p:nvSpPr>
          <p:cNvPr id="12" name="Rectangle 11">
            <a:extLst>
              <a:ext uri="{FF2B5EF4-FFF2-40B4-BE49-F238E27FC236}">
                <a16:creationId xmlns:a16="http://schemas.microsoft.com/office/drawing/2014/main" id="{3A733268-01EA-4852-8AF2-B6C64FD2023D}"/>
              </a:ext>
            </a:extLst>
          </p:cNvPr>
          <p:cNvSpPr/>
          <p:nvPr/>
        </p:nvSpPr>
        <p:spPr>
          <a:xfrm>
            <a:off x="8334925" y="2152650"/>
            <a:ext cx="3848110" cy="4192649"/>
          </a:xfrm>
          <a:prstGeom prst="rect">
            <a:avLst/>
          </a:prstGeom>
          <a:noFill/>
          <a:ln w="19050">
            <a:solidFill>
              <a:schemeClr val="accent5">
                <a:lumMod val="7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a:ea typeface="+mn-ea"/>
              <a:cs typeface="+mn-cs"/>
            </a:endParaRPr>
          </a:p>
        </p:txBody>
      </p:sp>
    </p:spTree>
    <p:extLst>
      <p:ext uri="{BB962C8B-B14F-4D97-AF65-F5344CB8AC3E}">
        <p14:creationId xmlns:p14="http://schemas.microsoft.com/office/powerpoint/2010/main" val="124385456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xmlns:p14="http://schemas.microsoft.com/office/powerpoint/2010/main" spd="med" p14:dur="600">
        <p159:morph option="byObject"/>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fill="hold"/>
                                        <p:tgtEl>
                                          <p:spTgt spid="11"/>
                                        </p:tgtEl>
                                        <p:attrNameLst>
                                          <p:attrName>ppt_x</p:attrName>
                                        </p:attrNameLst>
                                      </p:cBhvr>
                                      <p:tavLst>
                                        <p:tav tm="0">
                                          <p:val>
                                            <p:strVal val="0-#ppt_w/2"/>
                                          </p:val>
                                        </p:tav>
                                        <p:tav tm="100000">
                                          <p:val>
                                            <p:strVal val="#ppt_x"/>
                                          </p:val>
                                        </p:tav>
                                      </p:tavLst>
                                    </p:anim>
                                    <p:anim calcmode="lin" valueType="num">
                                      <p:cBhvr additive="base">
                                        <p:cTn id="8" dur="500" fill="hold"/>
                                        <p:tgtEl>
                                          <p:spTgt spid="11"/>
                                        </p:tgtEl>
                                        <p:attrNameLst>
                                          <p:attrName>ppt_y</p:attrName>
                                        </p:attrNameLst>
                                      </p:cBhvr>
                                      <p:tavLst>
                                        <p:tav tm="0">
                                          <p:val>
                                            <p:strVal val="#ppt_y"/>
                                          </p:val>
                                        </p:tav>
                                        <p:tav tm="100000">
                                          <p:val>
                                            <p:strVal val="#ppt_y"/>
                                          </p:val>
                                        </p:tav>
                                      </p:tavLst>
                                    </p:anim>
                                  </p:childTnLst>
                                </p:cTn>
                              </p:par>
                              <p:par>
                                <p:cTn id="9" presetID="2" presetClass="entr" presetSubtype="2" fill="hold" grpId="0" nodeType="withEffect">
                                  <p:stCondLst>
                                    <p:cond delay="0"/>
                                  </p:stCondLst>
                                  <p:childTnLst>
                                    <p:set>
                                      <p:cBhvr>
                                        <p:cTn id="10" dur="1" fill="hold">
                                          <p:stCondLst>
                                            <p:cond delay="0"/>
                                          </p:stCondLst>
                                        </p:cTn>
                                        <p:tgtEl>
                                          <p:spTgt spid="12"/>
                                        </p:tgtEl>
                                        <p:attrNameLst>
                                          <p:attrName>style.visibility</p:attrName>
                                        </p:attrNameLst>
                                      </p:cBhvr>
                                      <p:to>
                                        <p:strVal val="visible"/>
                                      </p:to>
                                    </p:set>
                                    <p:anim calcmode="lin" valueType="num">
                                      <p:cBhvr additive="base">
                                        <p:cTn id="11" dur="500" fill="hold"/>
                                        <p:tgtEl>
                                          <p:spTgt spid="12"/>
                                        </p:tgtEl>
                                        <p:attrNameLst>
                                          <p:attrName>ppt_x</p:attrName>
                                        </p:attrNameLst>
                                      </p:cBhvr>
                                      <p:tavLst>
                                        <p:tav tm="0">
                                          <p:val>
                                            <p:strVal val="1+#ppt_w/2"/>
                                          </p:val>
                                        </p:tav>
                                        <p:tav tm="100000">
                                          <p:val>
                                            <p:strVal val="#ppt_x"/>
                                          </p:val>
                                        </p:tav>
                                      </p:tavLst>
                                    </p:anim>
                                    <p:anim calcmode="lin" valueType="num">
                                      <p:cBhvr additive="base">
                                        <p:cTn id="12" dur="500" fill="hold"/>
                                        <p:tgtEl>
                                          <p:spTgt spid="1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 name="Freeform: Shape 12">
            <a:extLst>
              <a:ext uri="{FF2B5EF4-FFF2-40B4-BE49-F238E27FC236}">
                <a16:creationId xmlns:a16="http://schemas.microsoft.com/office/drawing/2014/main" id="{D5DB1EDF-15E7-4595-B452-9F91462EA50E}"/>
              </a:ext>
            </a:extLst>
          </p:cNvPr>
          <p:cNvSpPr/>
          <p:nvPr/>
        </p:nvSpPr>
        <p:spPr>
          <a:xfrm rot="10800000">
            <a:off x="303282" y="152400"/>
            <a:ext cx="687317" cy="538678"/>
          </a:xfrm>
          <a:custGeom>
            <a:avLst/>
            <a:gdLst>
              <a:gd name="connsiteX0" fmla="*/ 9526 w 3470338"/>
              <a:gd name="connsiteY0" fmla="*/ 0 h 6346429"/>
              <a:gd name="connsiteX1" fmla="*/ 3470338 w 3470338"/>
              <a:gd name="connsiteY1" fmla="*/ 0 h 6346429"/>
              <a:gd name="connsiteX2" fmla="*/ 3470338 w 3470338"/>
              <a:gd name="connsiteY2" fmla="*/ 6346429 h 6346429"/>
              <a:gd name="connsiteX3" fmla="*/ 9526 w 3470338"/>
              <a:gd name="connsiteY3" fmla="*/ 6346429 h 6346429"/>
              <a:gd name="connsiteX4" fmla="*/ 7830 w 3470338"/>
              <a:gd name="connsiteY4" fmla="*/ 5754489 h 6346429"/>
              <a:gd name="connsiteX5" fmla="*/ 1066800 w 3470338"/>
              <a:gd name="connsiteY5" fmla="*/ 5754489 h 6346429"/>
              <a:gd name="connsiteX6" fmla="*/ 1066800 w 3470338"/>
              <a:gd name="connsiteY6" fmla="*/ 3173214 h 6346429"/>
              <a:gd name="connsiteX7" fmla="*/ 437 w 3470338"/>
              <a:gd name="connsiteY7" fmla="*/ 3173214 h 6346429"/>
              <a:gd name="connsiteX8" fmla="*/ 0 w 3470338"/>
              <a:gd name="connsiteY8" fmla="*/ 3020814 h 6346429"/>
              <a:gd name="connsiteX9" fmla="*/ 9526 w 3470338"/>
              <a:gd name="connsiteY9" fmla="*/ 0 h 6346429"/>
              <a:gd name="connsiteX0" fmla="*/ 9526 w 3470338"/>
              <a:gd name="connsiteY0" fmla="*/ 0 h 6346429"/>
              <a:gd name="connsiteX1" fmla="*/ 3470338 w 3470338"/>
              <a:gd name="connsiteY1" fmla="*/ 0 h 6346429"/>
              <a:gd name="connsiteX2" fmla="*/ 3470338 w 3470338"/>
              <a:gd name="connsiteY2" fmla="*/ 6346429 h 6346429"/>
              <a:gd name="connsiteX3" fmla="*/ 9526 w 3470338"/>
              <a:gd name="connsiteY3" fmla="*/ 6346429 h 6346429"/>
              <a:gd name="connsiteX4" fmla="*/ 7830 w 3470338"/>
              <a:gd name="connsiteY4" fmla="*/ 5754489 h 6346429"/>
              <a:gd name="connsiteX5" fmla="*/ 1066800 w 3470338"/>
              <a:gd name="connsiteY5" fmla="*/ 5754489 h 6346429"/>
              <a:gd name="connsiteX6" fmla="*/ 437 w 3470338"/>
              <a:gd name="connsiteY6" fmla="*/ 3173214 h 6346429"/>
              <a:gd name="connsiteX7" fmla="*/ 0 w 3470338"/>
              <a:gd name="connsiteY7" fmla="*/ 3020814 h 6346429"/>
              <a:gd name="connsiteX8" fmla="*/ 9526 w 3470338"/>
              <a:gd name="connsiteY8" fmla="*/ 0 h 6346429"/>
              <a:gd name="connsiteX0" fmla="*/ 1066800 w 3470338"/>
              <a:gd name="connsiteY0" fmla="*/ 5754489 h 6346429"/>
              <a:gd name="connsiteX1" fmla="*/ 437 w 3470338"/>
              <a:gd name="connsiteY1" fmla="*/ 3173214 h 6346429"/>
              <a:gd name="connsiteX2" fmla="*/ 0 w 3470338"/>
              <a:gd name="connsiteY2" fmla="*/ 3020814 h 6346429"/>
              <a:gd name="connsiteX3" fmla="*/ 9526 w 3470338"/>
              <a:gd name="connsiteY3" fmla="*/ 0 h 6346429"/>
              <a:gd name="connsiteX4" fmla="*/ 3470338 w 3470338"/>
              <a:gd name="connsiteY4" fmla="*/ 0 h 6346429"/>
              <a:gd name="connsiteX5" fmla="*/ 3470338 w 3470338"/>
              <a:gd name="connsiteY5" fmla="*/ 6346429 h 6346429"/>
              <a:gd name="connsiteX6" fmla="*/ 9526 w 3470338"/>
              <a:gd name="connsiteY6" fmla="*/ 6346429 h 6346429"/>
              <a:gd name="connsiteX7" fmla="*/ 7830 w 3470338"/>
              <a:gd name="connsiteY7" fmla="*/ 5754489 h 6346429"/>
              <a:gd name="connsiteX8" fmla="*/ 1158240 w 3470338"/>
              <a:gd name="connsiteY8" fmla="*/ 5845929 h 6346429"/>
              <a:gd name="connsiteX0" fmla="*/ 437 w 3470338"/>
              <a:gd name="connsiteY0" fmla="*/ 3173214 h 6346429"/>
              <a:gd name="connsiteX1" fmla="*/ 0 w 3470338"/>
              <a:gd name="connsiteY1" fmla="*/ 3020814 h 6346429"/>
              <a:gd name="connsiteX2" fmla="*/ 9526 w 3470338"/>
              <a:gd name="connsiteY2" fmla="*/ 0 h 6346429"/>
              <a:gd name="connsiteX3" fmla="*/ 3470338 w 3470338"/>
              <a:gd name="connsiteY3" fmla="*/ 0 h 6346429"/>
              <a:gd name="connsiteX4" fmla="*/ 3470338 w 3470338"/>
              <a:gd name="connsiteY4" fmla="*/ 6346429 h 6346429"/>
              <a:gd name="connsiteX5" fmla="*/ 9526 w 3470338"/>
              <a:gd name="connsiteY5" fmla="*/ 6346429 h 6346429"/>
              <a:gd name="connsiteX6" fmla="*/ 7830 w 3470338"/>
              <a:gd name="connsiteY6" fmla="*/ 5754489 h 6346429"/>
              <a:gd name="connsiteX7" fmla="*/ 1158240 w 3470338"/>
              <a:gd name="connsiteY7" fmla="*/ 5845929 h 6346429"/>
              <a:gd name="connsiteX0" fmla="*/ 437 w 3470338"/>
              <a:gd name="connsiteY0" fmla="*/ 3173214 h 6346429"/>
              <a:gd name="connsiteX1" fmla="*/ 0 w 3470338"/>
              <a:gd name="connsiteY1" fmla="*/ 3020814 h 6346429"/>
              <a:gd name="connsiteX2" fmla="*/ 9526 w 3470338"/>
              <a:gd name="connsiteY2" fmla="*/ 0 h 6346429"/>
              <a:gd name="connsiteX3" fmla="*/ 3470338 w 3470338"/>
              <a:gd name="connsiteY3" fmla="*/ 0 h 6346429"/>
              <a:gd name="connsiteX4" fmla="*/ 3470338 w 3470338"/>
              <a:gd name="connsiteY4" fmla="*/ 6346429 h 6346429"/>
              <a:gd name="connsiteX5" fmla="*/ 9526 w 3470338"/>
              <a:gd name="connsiteY5" fmla="*/ 6346429 h 6346429"/>
              <a:gd name="connsiteX6" fmla="*/ 7830 w 3470338"/>
              <a:gd name="connsiteY6" fmla="*/ 5754489 h 63464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470338" h="6346429">
                <a:moveTo>
                  <a:pt x="437" y="3173214"/>
                </a:moveTo>
                <a:cubicBezTo>
                  <a:pt x="291" y="3122414"/>
                  <a:pt x="146" y="3071614"/>
                  <a:pt x="0" y="3020814"/>
                </a:cubicBezTo>
                <a:cubicBezTo>
                  <a:pt x="3175" y="2013876"/>
                  <a:pt x="6351" y="1006938"/>
                  <a:pt x="9526" y="0"/>
                </a:cubicBezTo>
                <a:lnTo>
                  <a:pt x="3470338" y="0"/>
                </a:lnTo>
                <a:lnTo>
                  <a:pt x="3470338" y="6346429"/>
                </a:lnTo>
                <a:lnTo>
                  <a:pt x="9526" y="6346429"/>
                </a:lnTo>
                <a:cubicBezTo>
                  <a:pt x="8961" y="6149116"/>
                  <a:pt x="8395" y="5951802"/>
                  <a:pt x="7830" y="5754489"/>
                </a:cubicBezTo>
              </a:path>
            </a:pathLst>
          </a:custGeom>
          <a:noFill/>
          <a:ln w="28575">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Light"/>
              <a:ea typeface="+mn-ea"/>
              <a:cs typeface="+mn-cs"/>
            </a:endParaRPr>
          </a:p>
        </p:txBody>
      </p:sp>
      <p:sp>
        <p:nvSpPr>
          <p:cNvPr id="17" name="Rectangle 16">
            <a:extLst>
              <a:ext uri="{FF2B5EF4-FFF2-40B4-BE49-F238E27FC236}">
                <a16:creationId xmlns:a16="http://schemas.microsoft.com/office/drawing/2014/main" id="{A6D7F3A7-E826-483A-9877-87B3A877C04B}"/>
              </a:ext>
            </a:extLst>
          </p:cNvPr>
          <p:cNvSpPr/>
          <p:nvPr/>
        </p:nvSpPr>
        <p:spPr>
          <a:xfrm>
            <a:off x="0" y="6375400"/>
            <a:ext cx="800100" cy="330200"/>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fld id="{6090FF33-C8B3-4F47-A363-012E115CD783}" type="slidenum">
              <a:rPr kumimoji="0" lang="en-US" sz="1000" b="0" i="0" u="none" strike="noStrike" kern="1200" cap="none" spc="0" normalizeH="0" baseline="0" noProof="0" smtClean="0">
                <a:ln>
                  <a:noFill/>
                </a:ln>
                <a:solidFill>
                  <a:prstClr val="white"/>
                </a:solidFill>
                <a:effectLst/>
                <a:uLnTx/>
                <a:uFillTx/>
                <a:latin typeface="Calibri Light"/>
                <a:ea typeface="+mn-ea"/>
                <a:cs typeface="+mn-cs"/>
              </a:rPr>
              <a:t>18</a:t>
            </a:fld>
            <a:endParaRPr kumimoji="0" lang="en-US" sz="1000" b="0" i="0" u="none" strike="noStrike" kern="1200" cap="none" spc="0" normalizeH="0" baseline="0" noProof="0" dirty="0">
              <a:ln>
                <a:noFill/>
              </a:ln>
              <a:solidFill>
                <a:prstClr val="white"/>
              </a:solidFill>
              <a:effectLst/>
              <a:uLnTx/>
              <a:uFillTx/>
              <a:latin typeface="Calibri Light"/>
              <a:ea typeface="+mn-ea"/>
              <a:cs typeface="+mn-cs"/>
            </a:endParaRPr>
          </a:p>
        </p:txBody>
      </p:sp>
      <p:sp>
        <p:nvSpPr>
          <p:cNvPr id="2" name="ZoneTexte 1">
            <a:extLst>
              <a:ext uri="{FF2B5EF4-FFF2-40B4-BE49-F238E27FC236}">
                <a16:creationId xmlns:a16="http://schemas.microsoft.com/office/drawing/2014/main" id="{D1A335EE-1E6C-46D5-80EE-740B779FFE8D}"/>
              </a:ext>
            </a:extLst>
          </p:cNvPr>
          <p:cNvSpPr txBox="1"/>
          <p:nvPr/>
        </p:nvSpPr>
        <p:spPr>
          <a:xfrm>
            <a:off x="423962" y="206293"/>
            <a:ext cx="489236"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2400" b="1" i="0" u="none" strike="noStrike" kern="1200" cap="none" spc="0" normalizeH="0" baseline="0" noProof="0" dirty="0">
                <a:ln>
                  <a:noFill/>
                </a:ln>
                <a:solidFill>
                  <a:schemeClr val="accent5">
                    <a:lumMod val="75000"/>
                  </a:schemeClr>
                </a:solidFill>
                <a:effectLst/>
                <a:uLnTx/>
                <a:uFillTx/>
                <a:latin typeface="Bahnschrift SemiBold Condensed" panose="020B0502040204020203" pitchFamily="34" charset="0"/>
                <a:ea typeface="+mn-ea"/>
                <a:cs typeface="+mn-cs"/>
              </a:rPr>
              <a:t>0</a:t>
            </a:r>
            <a:r>
              <a:rPr kumimoji="0" lang="fr-FR" sz="2400" b="1" i="0" u="none" strike="noStrike" kern="1200" cap="none" spc="0" normalizeH="0" baseline="0" noProof="0" dirty="0">
                <a:ln>
                  <a:noFill/>
                </a:ln>
                <a:solidFill>
                  <a:schemeClr val="accent5">
                    <a:lumMod val="75000"/>
                  </a:schemeClr>
                </a:solidFill>
                <a:effectLst/>
                <a:uLnTx/>
                <a:uFillTx/>
                <a:latin typeface="Bahnschrift SemiBold Condensed" panose="020B0502040204020203" pitchFamily="34" charset="0"/>
                <a:ea typeface="+mn-ea"/>
                <a:cs typeface="Andalus" panose="02020603050405020304" pitchFamily="18" charset="-78"/>
              </a:rPr>
              <a:t>5</a:t>
            </a:r>
            <a:r>
              <a:rPr kumimoji="0" lang="fr-FR" sz="2400" b="1" i="0" u="none" strike="noStrike" kern="1200" cap="none" spc="0" normalizeH="0" baseline="0" noProof="0" dirty="0">
                <a:ln>
                  <a:noFill/>
                </a:ln>
                <a:solidFill>
                  <a:schemeClr val="accent5">
                    <a:lumMod val="75000"/>
                  </a:schemeClr>
                </a:solidFill>
                <a:effectLst/>
                <a:uLnTx/>
                <a:uFillTx/>
                <a:latin typeface="Bahnschrift SemiBold Condensed" panose="020B0502040204020203" pitchFamily="34" charset="0"/>
                <a:ea typeface="+mn-ea"/>
                <a:cs typeface="+mn-cs"/>
              </a:rPr>
              <a:t>.</a:t>
            </a:r>
          </a:p>
        </p:txBody>
      </p:sp>
      <p:sp>
        <p:nvSpPr>
          <p:cNvPr id="11" name="TextBox 9">
            <a:extLst>
              <a:ext uri="{FF2B5EF4-FFF2-40B4-BE49-F238E27FC236}">
                <a16:creationId xmlns:a16="http://schemas.microsoft.com/office/drawing/2014/main" id="{3E66628B-AD42-4424-9DCF-E33CC57B4339}"/>
              </a:ext>
            </a:extLst>
          </p:cNvPr>
          <p:cNvSpPr txBox="1"/>
          <p:nvPr/>
        </p:nvSpPr>
        <p:spPr>
          <a:xfrm>
            <a:off x="1185732" y="190905"/>
            <a:ext cx="6829425" cy="492443"/>
          </a:xfrm>
          <a:prstGeom prst="rect">
            <a:avLst/>
          </a:prstGeom>
          <a:noFill/>
        </p:spPr>
        <p:txBody>
          <a:bodyPr wrap="square" lIns="0" tIns="0" rIns="0" bIns="0" rtlCol="0">
            <a:spAutoFit/>
          </a:bodyPr>
          <a:lstStyle/>
          <a:p>
            <a:pPr>
              <a:defRPr/>
            </a:pPr>
            <a:r>
              <a:rPr lang="fr-FR" sz="3200" dirty="0">
                <a:solidFill>
                  <a:prstClr val="black">
                    <a:lumMod val="75000"/>
                    <a:lumOff val="25000"/>
                  </a:prstClr>
                </a:solidFill>
                <a:latin typeface="Bahnschrift SemiBold Condensed" panose="020B0502040204020203" pitchFamily="34" charset="0"/>
                <a:sym typeface="Poppins"/>
              </a:rPr>
              <a:t>AM</a:t>
            </a:r>
            <a:r>
              <a:rPr kumimoji="0" lang="en-US" sz="3200" b="0" i="0" u="none" strike="noStrike" kern="1200" cap="none" spc="0" normalizeH="0" baseline="0" noProof="0" dirty="0">
                <a:ln>
                  <a:noFill/>
                </a:ln>
                <a:solidFill>
                  <a:prstClr val="black">
                    <a:lumMod val="75000"/>
                    <a:lumOff val="25000"/>
                  </a:prstClr>
                </a:solidFill>
                <a:effectLst/>
                <a:uLnTx/>
                <a:uFillTx/>
                <a:latin typeface="Bahnschrift SemiBold Condensed" panose="020B0502040204020203" pitchFamily="34" charset="0"/>
                <a:ea typeface="+mn-ea"/>
                <a:cs typeface="+mn-cs"/>
              </a:rPr>
              <a:t>ÉLIORATIONS</a:t>
            </a:r>
            <a:r>
              <a:rPr lang="fr-FR" sz="3200" dirty="0">
                <a:solidFill>
                  <a:prstClr val="black">
                    <a:lumMod val="75000"/>
                    <a:lumOff val="25000"/>
                  </a:prstClr>
                </a:solidFill>
                <a:latin typeface="Bahnschrift SemiBold Condensed" panose="020B0502040204020203" pitchFamily="34" charset="0"/>
                <a:sym typeface="Poppins"/>
              </a:rPr>
              <a:t> ET SUGGESTIONS</a:t>
            </a:r>
          </a:p>
        </p:txBody>
      </p:sp>
      <p:sp>
        <p:nvSpPr>
          <p:cNvPr id="14348" name="Forme libre : forme 14347">
            <a:extLst>
              <a:ext uri="{FF2B5EF4-FFF2-40B4-BE49-F238E27FC236}">
                <a16:creationId xmlns:a16="http://schemas.microsoft.com/office/drawing/2014/main" id="{675951B7-6135-40FC-9276-DA1C20A1C11A}"/>
              </a:ext>
            </a:extLst>
          </p:cNvPr>
          <p:cNvSpPr/>
          <p:nvPr/>
        </p:nvSpPr>
        <p:spPr>
          <a:xfrm>
            <a:off x="264172" y="1074195"/>
            <a:ext cx="200651" cy="5301205"/>
          </a:xfrm>
          <a:custGeom>
            <a:avLst/>
            <a:gdLst>
              <a:gd name="connsiteX0" fmla="*/ 13636 w 200651"/>
              <a:gd name="connsiteY0" fmla="*/ 0 h 5301205"/>
              <a:gd name="connsiteX1" fmla="*/ 175681 w 200651"/>
              <a:gd name="connsiteY1" fmla="*/ 1134319 h 5301205"/>
              <a:gd name="connsiteX2" fmla="*/ 2061 w 200651"/>
              <a:gd name="connsiteY2" fmla="*/ 2210764 h 5301205"/>
              <a:gd name="connsiteX3" fmla="*/ 198831 w 200651"/>
              <a:gd name="connsiteY3" fmla="*/ 3090440 h 5301205"/>
              <a:gd name="connsiteX4" fmla="*/ 94659 w 200651"/>
              <a:gd name="connsiteY4" fmla="*/ 4178460 h 5301205"/>
              <a:gd name="connsiteX5" fmla="*/ 2061 w 200651"/>
              <a:gd name="connsiteY5" fmla="*/ 4988688 h 5301205"/>
              <a:gd name="connsiteX6" fmla="*/ 187256 w 200651"/>
              <a:gd name="connsiteY6" fmla="*/ 5301205 h 53012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00651" h="5301205">
                <a:moveTo>
                  <a:pt x="13636" y="0"/>
                </a:moveTo>
                <a:cubicBezTo>
                  <a:pt x="95623" y="382929"/>
                  <a:pt x="177610" y="765858"/>
                  <a:pt x="175681" y="1134319"/>
                </a:cubicBezTo>
                <a:cubicBezTo>
                  <a:pt x="173752" y="1502780"/>
                  <a:pt x="-1797" y="1884744"/>
                  <a:pt x="2061" y="2210764"/>
                </a:cubicBezTo>
                <a:cubicBezTo>
                  <a:pt x="5919" y="2536784"/>
                  <a:pt x="183398" y="2762491"/>
                  <a:pt x="198831" y="3090440"/>
                </a:cubicBezTo>
                <a:cubicBezTo>
                  <a:pt x="214264" y="3418389"/>
                  <a:pt x="127454" y="3862085"/>
                  <a:pt x="94659" y="4178460"/>
                </a:cubicBezTo>
                <a:cubicBezTo>
                  <a:pt x="61864" y="4494835"/>
                  <a:pt x="-13372" y="4801564"/>
                  <a:pt x="2061" y="4988688"/>
                </a:cubicBezTo>
                <a:cubicBezTo>
                  <a:pt x="17494" y="5175812"/>
                  <a:pt x="164107" y="5212466"/>
                  <a:pt x="187256" y="5301205"/>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 name="Forme libre : forme 2">
            <a:extLst>
              <a:ext uri="{FF2B5EF4-FFF2-40B4-BE49-F238E27FC236}">
                <a16:creationId xmlns:a16="http://schemas.microsoft.com/office/drawing/2014/main" id="{13C0864D-73C9-4A49-BF94-68A3C8F9BA23}"/>
              </a:ext>
            </a:extLst>
          </p:cNvPr>
          <p:cNvSpPr/>
          <p:nvPr/>
        </p:nvSpPr>
        <p:spPr>
          <a:xfrm>
            <a:off x="11536835" y="-43405"/>
            <a:ext cx="385263" cy="6886937"/>
          </a:xfrm>
          <a:custGeom>
            <a:avLst/>
            <a:gdLst>
              <a:gd name="connsiteX0" fmla="*/ 28484 w 385263"/>
              <a:gd name="connsiteY0" fmla="*/ 0 h 6886937"/>
              <a:gd name="connsiteX1" fmla="*/ 144231 w 385263"/>
              <a:gd name="connsiteY1" fmla="*/ 567159 h 6886937"/>
              <a:gd name="connsiteX2" fmla="*/ 5335 w 385263"/>
              <a:gd name="connsiteY2" fmla="*/ 1377387 h 6886937"/>
              <a:gd name="connsiteX3" fmla="*/ 63208 w 385263"/>
              <a:gd name="connsiteY3" fmla="*/ 2002420 h 6886937"/>
              <a:gd name="connsiteX4" fmla="*/ 375724 w 385263"/>
              <a:gd name="connsiteY4" fmla="*/ 3333509 h 6886937"/>
              <a:gd name="connsiteX5" fmla="*/ 283127 w 385263"/>
              <a:gd name="connsiteY5" fmla="*/ 4641448 h 6886937"/>
              <a:gd name="connsiteX6" fmla="*/ 63208 w 385263"/>
              <a:gd name="connsiteY6" fmla="*/ 5683170 h 6886937"/>
              <a:gd name="connsiteX7" fmla="*/ 155805 w 385263"/>
              <a:gd name="connsiteY7" fmla="*/ 6886937 h 68869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5263" h="6886937">
                <a:moveTo>
                  <a:pt x="28484" y="0"/>
                </a:moveTo>
                <a:cubicBezTo>
                  <a:pt x="88286" y="168797"/>
                  <a:pt x="148089" y="337595"/>
                  <a:pt x="144231" y="567159"/>
                </a:cubicBezTo>
                <a:cubicBezTo>
                  <a:pt x="140373" y="796723"/>
                  <a:pt x="18839" y="1138177"/>
                  <a:pt x="5335" y="1377387"/>
                </a:cubicBezTo>
                <a:cubicBezTo>
                  <a:pt x="-8169" y="1616597"/>
                  <a:pt x="1476" y="1676400"/>
                  <a:pt x="63208" y="2002420"/>
                </a:cubicBezTo>
                <a:cubicBezTo>
                  <a:pt x="124940" y="2328440"/>
                  <a:pt x="339071" y="2893671"/>
                  <a:pt x="375724" y="3333509"/>
                </a:cubicBezTo>
                <a:cubicBezTo>
                  <a:pt x="412377" y="3773347"/>
                  <a:pt x="335213" y="4249838"/>
                  <a:pt x="283127" y="4641448"/>
                </a:cubicBezTo>
                <a:cubicBezTo>
                  <a:pt x="231041" y="5033058"/>
                  <a:pt x="84428" y="5308922"/>
                  <a:pt x="63208" y="5683170"/>
                </a:cubicBezTo>
                <a:cubicBezTo>
                  <a:pt x="41988" y="6057418"/>
                  <a:pt x="142301" y="6694026"/>
                  <a:pt x="155805" y="6886937"/>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 name="Forme libre : forme 3">
            <a:extLst>
              <a:ext uri="{FF2B5EF4-FFF2-40B4-BE49-F238E27FC236}">
                <a16:creationId xmlns:a16="http://schemas.microsoft.com/office/drawing/2014/main" id="{A789A387-9693-48A8-ADFA-8A977CBE24DD}"/>
              </a:ext>
            </a:extLst>
          </p:cNvPr>
          <p:cNvSpPr/>
          <p:nvPr/>
        </p:nvSpPr>
        <p:spPr>
          <a:xfrm>
            <a:off x="11417028" y="28946"/>
            <a:ext cx="455609" cy="6840638"/>
          </a:xfrm>
          <a:custGeom>
            <a:avLst/>
            <a:gdLst>
              <a:gd name="connsiteX0" fmla="*/ 291238 w 455609"/>
              <a:gd name="connsiteY0" fmla="*/ 0 h 6840638"/>
              <a:gd name="connsiteX1" fmla="*/ 1871 w 455609"/>
              <a:gd name="connsiteY1" fmla="*/ 636607 h 6840638"/>
              <a:gd name="connsiteX2" fmla="*/ 163917 w 455609"/>
              <a:gd name="connsiteY2" fmla="*/ 1898248 h 6840638"/>
              <a:gd name="connsiteX3" fmla="*/ 106043 w 455609"/>
              <a:gd name="connsiteY3" fmla="*/ 3044141 h 6840638"/>
              <a:gd name="connsiteX4" fmla="*/ 453284 w 455609"/>
              <a:gd name="connsiteY4" fmla="*/ 4942390 h 6840638"/>
              <a:gd name="connsiteX5" fmla="*/ 256514 w 455609"/>
              <a:gd name="connsiteY5" fmla="*/ 6123007 h 6840638"/>
              <a:gd name="connsiteX6" fmla="*/ 233365 w 455609"/>
              <a:gd name="connsiteY6" fmla="*/ 6840638 h 68406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55609" h="6840638">
                <a:moveTo>
                  <a:pt x="291238" y="0"/>
                </a:moveTo>
                <a:cubicBezTo>
                  <a:pt x="157164" y="160116"/>
                  <a:pt x="23091" y="320232"/>
                  <a:pt x="1871" y="636607"/>
                </a:cubicBezTo>
                <a:cubicBezTo>
                  <a:pt x="-19349" y="952982"/>
                  <a:pt x="146555" y="1496992"/>
                  <a:pt x="163917" y="1898248"/>
                </a:cubicBezTo>
                <a:cubicBezTo>
                  <a:pt x="181279" y="2299504"/>
                  <a:pt x="57815" y="2536784"/>
                  <a:pt x="106043" y="3044141"/>
                </a:cubicBezTo>
                <a:cubicBezTo>
                  <a:pt x="154271" y="3551498"/>
                  <a:pt x="428206" y="4429246"/>
                  <a:pt x="453284" y="4942390"/>
                </a:cubicBezTo>
                <a:cubicBezTo>
                  <a:pt x="478362" y="5455534"/>
                  <a:pt x="293167" y="5806632"/>
                  <a:pt x="256514" y="6123007"/>
                </a:cubicBezTo>
                <a:cubicBezTo>
                  <a:pt x="219861" y="6439382"/>
                  <a:pt x="252656" y="6618790"/>
                  <a:pt x="233365" y="6840638"/>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 name="Forme libre : forme 4">
            <a:extLst>
              <a:ext uri="{FF2B5EF4-FFF2-40B4-BE49-F238E27FC236}">
                <a16:creationId xmlns:a16="http://schemas.microsoft.com/office/drawing/2014/main" id="{337BAA56-75CD-475D-A171-CCDF2BC57683}"/>
              </a:ext>
            </a:extLst>
          </p:cNvPr>
          <p:cNvSpPr/>
          <p:nvPr/>
        </p:nvSpPr>
        <p:spPr>
          <a:xfrm>
            <a:off x="11828458" y="28946"/>
            <a:ext cx="335880" cy="6840638"/>
          </a:xfrm>
          <a:custGeom>
            <a:avLst/>
            <a:gdLst>
              <a:gd name="connsiteX0" fmla="*/ 220133 w 335880"/>
              <a:gd name="connsiteY0" fmla="*/ 0 h 6840638"/>
              <a:gd name="connsiteX1" fmla="*/ 81237 w 335880"/>
              <a:gd name="connsiteY1" fmla="*/ 1053297 h 6840638"/>
              <a:gd name="connsiteX2" fmla="*/ 208558 w 335880"/>
              <a:gd name="connsiteY2" fmla="*/ 2754775 h 6840638"/>
              <a:gd name="connsiteX3" fmla="*/ 214 w 335880"/>
              <a:gd name="connsiteY3" fmla="*/ 3565003 h 6840638"/>
              <a:gd name="connsiteX4" fmla="*/ 254857 w 335880"/>
              <a:gd name="connsiteY4" fmla="*/ 5162309 h 6840638"/>
              <a:gd name="connsiteX5" fmla="*/ 335880 w 335880"/>
              <a:gd name="connsiteY5" fmla="*/ 6840638 h 68406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35880" h="6840638">
                <a:moveTo>
                  <a:pt x="220133" y="0"/>
                </a:moveTo>
                <a:cubicBezTo>
                  <a:pt x="151649" y="297084"/>
                  <a:pt x="83166" y="594168"/>
                  <a:pt x="81237" y="1053297"/>
                </a:cubicBezTo>
                <a:cubicBezTo>
                  <a:pt x="79308" y="1512426"/>
                  <a:pt x="222062" y="2336157"/>
                  <a:pt x="208558" y="2754775"/>
                </a:cubicBezTo>
                <a:cubicBezTo>
                  <a:pt x="195054" y="3173393"/>
                  <a:pt x="-7502" y="3163747"/>
                  <a:pt x="214" y="3565003"/>
                </a:cubicBezTo>
                <a:cubicBezTo>
                  <a:pt x="7930" y="3966259"/>
                  <a:pt x="198913" y="4616370"/>
                  <a:pt x="254857" y="5162309"/>
                </a:cubicBezTo>
                <a:cubicBezTo>
                  <a:pt x="310801" y="5708248"/>
                  <a:pt x="299227" y="6456744"/>
                  <a:pt x="335880" y="6840638"/>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aphicFrame>
        <p:nvGraphicFramePr>
          <p:cNvPr id="8" name="Diagramme 7">
            <a:extLst>
              <a:ext uri="{FF2B5EF4-FFF2-40B4-BE49-F238E27FC236}">
                <a16:creationId xmlns:a16="http://schemas.microsoft.com/office/drawing/2014/main" id="{478C2DF6-1E06-19DE-B750-5127B841F232}"/>
              </a:ext>
            </a:extLst>
          </p:cNvPr>
          <p:cNvGraphicFramePr/>
          <p:nvPr>
            <p:extLst>
              <p:ext uri="{D42A27DB-BD31-4B8C-83A1-F6EECF244321}">
                <p14:modId xmlns:p14="http://schemas.microsoft.com/office/powerpoint/2010/main" val="3902809601"/>
              </p:ext>
            </p:extLst>
          </p:nvPr>
        </p:nvGraphicFramePr>
        <p:xfrm>
          <a:off x="524806" y="630383"/>
          <a:ext cx="10952126" cy="580571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15493017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600">
        <p159:morph option="byObject"/>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20E24A-ED36-2545-9DC3-BC698E1508B7}"/>
            </a:ext>
          </a:extLst>
        </p:cNvPr>
        <p:cNvGrpSpPr/>
        <p:nvPr/>
      </p:nvGrpSpPr>
      <p:grpSpPr>
        <a:xfrm>
          <a:off x="0" y="0"/>
          <a:ext cx="0" cy="0"/>
          <a:chOff x="0" y="0"/>
          <a:chExt cx="0" cy="0"/>
        </a:xfrm>
      </p:grpSpPr>
      <p:sp>
        <p:nvSpPr>
          <p:cNvPr id="230" name="TextBox 229">
            <a:extLst>
              <a:ext uri="{FF2B5EF4-FFF2-40B4-BE49-F238E27FC236}">
                <a16:creationId xmlns:a16="http://schemas.microsoft.com/office/drawing/2014/main" id="{A3F0D7D7-D362-1AA3-7C59-1657B273FDC5}"/>
              </a:ext>
            </a:extLst>
          </p:cNvPr>
          <p:cNvSpPr txBox="1"/>
          <p:nvPr/>
        </p:nvSpPr>
        <p:spPr>
          <a:xfrm>
            <a:off x="1458435" y="2637863"/>
            <a:ext cx="9463994" cy="1323439"/>
          </a:xfrm>
          <a:prstGeom prst="rect">
            <a:avLst/>
          </a:prstGeom>
          <a:noFill/>
        </p:spPr>
        <p:txBody>
          <a:bodyPr wrap="square" rtlCol="0" anchor="ctr">
            <a:spAutoFit/>
          </a:bodyPr>
          <a:lstStyle/>
          <a:p>
            <a:pPr algn="ctr">
              <a:spcAft>
                <a:spcPts val="800"/>
              </a:spcAft>
              <a:defRPr/>
            </a:pPr>
            <a:r>
              <a:rPr lang="fr-FR" sz="4000" dirty="0">
                <a:solidFill>
                  <a:prstClr val="black">
                    <a:lumMod val="85000"/>
                    <a:lumOff val="15000"/>
                  </a:prstClr>
                </a:solidFill>
                <a:latin typeface="Bahnschrift Light Condensed" panose="020B0502040204020203" pitchFamily="34" charset="0"/>
                <a:cs typeface="Arial" pitchFamily="34" charset="0"/>
                <a:sym typeface="Open Sans Extra Bold"/>
              </a:rPr>
              <a:t>Apprentissage automatique pour la sécurité informatique</a:t>
            </a:r>
            <a:endParaRPr lang="en-US" sz="4000" dirty="0">
              <a:solidFill>
                <a:prstClr val="black">
                  <a:lumMod val="85000"/>
                  <a:lumOff val="15000"/>
                </a:prstClr>
              </a:solidFill>
              <a:latin typeface="Bahnschrift Light Condensed" panose="020B0502040204020203" pitchFamily="34" charset="0"/>
              <a:cs typeface="Arial" pitchFamily="34" charset="0"/>
              <a:sym typeface="Open Sans Extra Bold"/>
            </a:endParaRPr>
          </a:p>
        </p:txBody>
      </p:sp>
      <p:sp>
        <p:nvSpPr>
          <p:cNvPr id="231" name="TextBox 230">
            <a:extLst>
              <a:ext uri="{FF2B5EF4-FFF2-40B4-BE49-F238E27FC236}">
                <a16:creationId xmlns:a16="http://schemas.microsoft.com/office/drawing/2014/main" id="{01BAB256-378A-F9F8-EDC8-40218C22BA66}"/>
              </a:ext>
            </a:extLst>
          </p:cNvPr>
          <p:cNvSpPr txBox="1"/>
          <p:nvPr/>
        </p:nvSpPr>
        <p:spPr>
          <a:xfrm>
            <a:off x="1298654" y="2265494"/>
            <a:ext cx="9783555" cy="369332"/>
          </a:xfrm>
          <a:prstGeom prst="rect">
            <a:avLst/>
          </a:prstGeom>
          <a:noFill/>
        </p:spPr>
        <p:txBody>
          <a:bodyPr wrap="square"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altLang="ko-KR" b="1" i="0" u="none" strike="noStrike" kern="1200" cap="none" spc="0" normalizeH="0" baseline="0" noProof="0" dirty="0">
                <a:ln>
                  <a:noFill/>
                </a:ln>
                <a:solidFill>
                  <a:prstClr val="black">
                    <a:lumMod val="85000"/>
                    <a:lumOff val="15000"/>
                  </a:prstClr>
                </a:solidFill>
                <a:effectLst/>
                <a:uLnTx/>
                <a:uFillTx/>
                <a:latin typeface="Georgia" panose="02040502050405020303" pitchFamily="18" charset="0"/>
                <a:cs typeface="Calibri" panose="020F0502020204030204" pitchFamily="34" charset="0"/>
              </a:rPr>
              <a:t>Soutenance de Projet</a:t>
            </a:r>
            <a:endParaRPr kumimoji="0" lang="ko-KR" altLang="en-US" b="1" i="0" u="none" strike="noStrike" kern="1200" cap="none" spc="0" normalizeH="0" baseline="0" noProof="0" dirty="0">
              <a:ln>
                <a:noFill/>
              </a:ln>
              <a:solidFill>
                <a:prstClr val="black">
                  <a:lumMod val="85000"/>
                  <a:lumOff val="15000"/>
                </a:prstClr>
              </a:solidFill>
              <a:effectLst/>
              <a:uLnTx/>
              <a:uFillTx/>
              <a:latin typeface="Georgia" panose="02040502050405020303" pitchFamily="18" charset="0"/>
              <a:cs typeface="Calibri" panose="020F0502020204030204" pitchFamily="34" charset="0"/>
            </a:endParaRPr>
          </a:p>
        </p:txBody>
      </p:sp>
      <p:sp>
        <p:nvSpPr>
          <p:cNvPr id="25" name="ZoneTexte 24">
            <a:extLst>
              <a:ext uri="{FF2B5EF4-FFF2-40B4-BE49-F238E27FC236}">
                <a16:creationId xmlns:a16="http://schemas.microsoft.com/office/drawing/2014/main" id="{C66F350F-4AC2-C572-36D1-4067A1072DD5}"/>
              </a:ext>
            </a:extLst>
          </p:cNvPr>
          <p:cNvSpPr txBox="1"/>
          <p:nvPr/>
        </p:nvSpPr>
        <p:spPr>
          <a:xfrm>
            <a:off x="4985250" y="4245577"/>
            <a:ext cx="2410361" cy="1155509"/>
          </a:xfrm>
          <a:prstGeom prst="rect">
            <a:avLst/>
          </a:prstGeom>
          <a:noFill/>
        </p:spPr>
        <p:txBody>
          <a:bodyPr wrap="square" rtlCol="0">
            <a:spAutoFit/>
          </a:bodyPr>
          <a:lstStyle/>
          <a:p>
            <a:pPr marL="0" marR="0" lvl="0" indent="0" algn="ctr" defTabSz="914400" rtl="0" eaLnBrk="1" fontAlgn="auto" latinLnBrk="0" hangingPunct="1">
              <a:lnSpc>
                <a:spcPct val="150000"/>
              </a:lnSpc>
              <a:spcBef>
                <a:spcPts val="0"/>
              </a:spcBef>
              <a:spcAft>
                <a:spcPts val="0"/>
              </a:spcAft>
              <a:buClrTx/>
              <a:buSzTx/>
              <a:buFontTx/>
              <a:buNone/>
              <a:tabLst/>
              <a:defRPr/>
            </a:pPr>
            <a:r>
              <a:rPr kumimoji="0" lang="fr-FR" sz="1600" b="0" i="0" u="none" strike="noStrike" kern="1200" cap="none" spc="0" normalizeH="0" baseline="0" noProof="0" dirty="0">
                <a:ln>
                  <a:noFill/>
                </a:ln>
                <a:solidFill>
                  <a:prstClr val="black"/>
                </a:solidFill>
                <a:effectLst/>
                <a:uLnTx/>
                <a:uFillTx/>
                <a:latin typeface="Georgia" panose="02040502050405020303" pitchFamily="18" charset="0"/>
              </a:rPr>
              <a:t>Réalisé par :</a:t>
            </a:r>
          </a:p>
          <a:p>
            <a:pPr marL="0" marR="0" lvl="0" indent="0" algn="ctr" defTabSz="914400" rtl="0" eaLnBrk="1" fontAlgn="auto" latinLnBrk="0" hangingPunct="1">
              <a:lnSpc>
                <a:spcPct val="150000"/>
              </a:lnSpc>
              <a:spcBef>
                <a:spcPts val="0"/>
              </a:spcBef>
              <a:spcAft>
                <a:spcPts val="0"/>
              </a:spcAft>
              <a:buClrTx/>
              <a:buSzTx/>
              <a:buFontTx/>
              <a:buNone/>
              <a:tabLst/>
              <a:defRPr/>
            </a:pPr>
            <a:r>
              <a:rPr lang="fr-FR" sz="1600" b="1" dirty="0">
                <a:solidFill>
                  <a:schemeClr val="accent1">
                    <a:lumMod val="75000"/>
                  </a:schemeClr>
                </a:solidFill>
                <a:latin typeface="Georgia" panose="02040502050405020303" pitchFamily="18" charset="0"/>
              </a:rPr>
              <a:t>Maryem YMIL</a:t>
            </a:r>
            <a:endParaRPr lang="fr-FR" sz="1600" b="1" dirty="0">
              <a:solidFill>
                <a:srgbClr val="E83650"/>
              </a:solidFill>
              <a:latin typeface="Georgia" panose="02040502050405020303" pitchFamily="18" charset="0"/>
            </a:endParaRPr>
          </a:p>
          <a:p>
            <a:pPr marL="0" marR="0" lvl="0" indent="0" algn="ctr" defTabSz="914400" rtl="0" eaLnBrk="1" fontAlgn="auto" latinLnBrk="0" hangingPunct="1">
              <a:lnSpc>
                <a:spcPct val="150000"/>
              </a:lnSpc>
              <a:spcBef>
                <a:spcPts val="0"/>
              </a:spcBef>
              <a:spcAft>
                <a:spcPts val="0"/>
              </a:spcAft>
              <a:buClrTx/>
              <a:buSzTx/>
              <a:buFontTx/>
              <a:buNone/>
              <a:tabLst/>
              <a:defRPr/>
            </a:pPr>
            <a:r>
              <a:rPr lang="fr-FR" sz="1600" b="1" dirty="0">
                <a:solidFill>
                  <a:schemeClr val="accent1">
                    <a:lumMod val="75000"/>
                  </a:schemeClr>
                </a:solidFill>
                <a:latin typeface="Georgia" panose="02040502050405020303" pitchFamily="18" charset="0"/>
              </a:rPr>
              <a:t>Maryam BOUFOUS</a:t>
            </a:r>
          </a:p>
        </p:txBody>
      </p:sp>
      <p:sp>
        <p:nvSpPr>
          <p:cNvPr id="8" name="Forme libre : forme 7">
            <a:extLst>
              <a:ext uri="{FF2B5EF4-FFF2-40B4-BE49-F238E27FC236}">
                <a16:creationId xmlns:a16="http://schemas.microsoft.com/office/drawing/2014/main" id="{597DC799-66F6-552F-CFAF-998E4F3BB3C7}"/>
              </a:ext>
            </a:extLst>
          </p:cNvPr>
          <p:cNvSpPr/>
          <p:nvPr/>
        </p:nvSpPr>
        <p:spPr>
          <a:xfrm>
            <a:off x="121987" y="0"/>
            <a:ext cx="385263" cy="6886937"/>
          </a:xfrm>
          <a:custGeom>
            <a:avLst/>
            <a:gdLst>
              <a:gd name="connsiteX0" fmla="*/ 28484 w 385263"/>
              <a:gd name="connsiteY0" fmla="*/ 0 h 6886937"/>
              <a:gd name="connsiteX1" fmla="*/ 144231 w 385263"/>
              <a:gd name="connsiteY1" fmla="*/ 567159 h 6886937"/>
              <a:gd name="connsiteX2" fmla="*/ 5335 w 385263"/>
              <a:gd name="connsiteY2" fmla="*/ 1377387 h 6886937"/>
              <a:gd name="connsiteX3" fmla="*/ 63208 w 385263"/>
              <a:gd name="connsiteY3" fmla="*/ 2002420 h 6886937"/>
              <a:gd name="connsiteX4" fmla="*/ 375724 w 385263"/>
              <a:gd name="connsiteY4" fmla="*/ 3333509 h 6886937"/>
              <a:gd name="connsiteX5" fmla="*/ 283127 w 385263"/>
              <a:gd name="connsiteY5" fmla="*/ 4641448 h 6886937"/>
              <a:gd name="connsiteX6" fmla="*/ 63208 w 385263"/>
              <a:gd name="connsiteY6" fmla="*/ 5683170 h 6886937"/>
              <a:gd name="connsiteX7" fmla="*/ 155805 w 385263"/>
              <a:gd name="connsiteY7" fmla="*/ 6886937 h 68869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5263" h="6886937">
                <a:moveTo>
                  <a:pt x="28484" y="0"/>
                </a:moveTo>
                <a:cubicBezTo>
                  <a:pt x="88286" y="168797"/>
                  <a:pt x="148089" y="337595"/>
                  <a:pt x="144231" y="567159"/>
                </a:cubicBezTo>
                <a:cubicBezTo>
                  <a:pt x="140373" y="796723"/>
                  <a:pt x="18839" y="1138177"/>
                  <a:pt x="5335" y="1377387"/>
                </a:cubicBezTo>
                <a:cubicBezTo>
                  <a:pt x="-8169" y="1616597"/>
                  <a:pt x="1476" y="1676400"/>
                  <a:pt x="63208" y="2002420"/>
                </a:cubicBezTo>
                <a:cubicBezTo>
                  <a:pt x="124940" y="2328440"/>
                  <a:pt x="339071" y="2893671"/>
                  <a:pt x="375724" y="3333509"/>
                </a:cubicBezTo>
                <a:cubicBezTo>
                  <a:pt x="412377" y="3773347"/>
                  <a:pt x="335213" y="4249838"/>
                  <a:pt x="283127" y="4641448"/>
                </a:cubicBezTo>
                <a:cubicBezTo>
                  <a:pt x="231041" y="5033058"/>
                  <a:pt x="84428" y="5308922"/>
                  <a:pt x="63208" y="5683170"/>
                </a:cubicBezTo>
                <a:cubicBezTo>
                  <a:pt x="41988" y="6057418"/>
                  <a:pt x="142301" y="6694026"/>
                  <a:pt x="155805" y="6886937"/>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 name="Forme libre : forme 9">
            <a:extLst>
              <a:ext uri="{FF2B5EF4-FFF2-40B4-BE49-F238E27FC236}">
                <a16:creationId xmlns:a16="http://schemas.microsoft.com/office/drawing/2014/main" id="{5EEFE246-1985-0116-F014-479A95442B09}"/>
              </a:ext>
            </a:extLst>
          </p:cNvPr>
          <p:cNvSpPr/>
          <p:nvPr/>
        </p:nvSpPr>
        <p:spPr>
          <a:xfrm>
            <a:off x="20683" y="13083"/>
            <a:ext cx="455609" cy="6840638"/>
          </a:xfrm>
          <a:custGeom>
            <a:avLst/>
            <a:gdLst>
              <a:gd name="connsiteX0" fmla="*/ 291238 w 455609"/>
              <a:gd name="connsiteY0" fmla="*/ 0 h 6840638"/>
              <a:gd name="connsiteX1" fmla="*/ 1871 w 455609"/>
              <a:gd name="connsiteY1" fmla="*/ 636607 h 6840638"/>
              <a:gd name="connsiteX2" fmla="*/ 163917 w 455609"/>
              <a:gd name="connsiteY2" fmla="*/ 1898248 h 6840638"/>
              <a:gd name="connsiteX3" fmla="*/ 106043 w 455609"/>
              <a:gd name="connsiteY3" fmla="*/ 3044141 h 6840638"/>
              <a:gd name="connsiteX4" fmla="*/ 453284 w 455609"/>
              <a:gd name="connsiteY4" fmla="*/ 4942390 h 6840638"/>
              <a:gd name="connsiteX5" fmla="*/ 256514 w 455609"/>
              <a:gd name="connsiteY5" fmla="*/ 6123007 h 6840638"/>
              <a:gd name="connsiteX6" fmla="*/ 233365 w 455609"/>
              <a:gd name="connsiteY6" fmla="*/ 6840638 h 68406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55609" h="6840638">
                <a:moveTo>
                  <a:pt x="291238" y="0"/>
                </a:moveTo>
                <a:cubicBezTo>
                  <a:pt x="157164" y="160116"/>
                  <a:pt x="23091" y="320232"/>
                  <a:pt x="1871" y="636607"/>
                </a:cubicBezTo>
                <a:cubicBezTo>
                  <a:pt x="-19349" y="952982"/>
                  <a:pt x="146555" y="1496992"/>
                  <a:pt x="163917" y="1898248"/>
                </a:cubicBezTo>
                <a:cubicBezTo>
                  <a:pt x="181279" y="2299504"/>
                  <a:pt x="57815" y="2536784"/>
                  <a:pt x="106043" y="3044141"/>
                </a:cubicBezTo>
                <a:cubicBezTo>
                  <a:pt x="154271" y="3551498"/>
                  <a:pt x="428206" y="4429246"/>
                  <a:pt x="453284" y="4942390"/>
                </a:cubicBezTo>
                <a:cubicBezTo>
                  <a:pt x="478362" y="5455534"/>
                  <a:pt x="293167" y="5806632"/>
                  <a:pt x="256514" y="6123007"/>
                </a:cubicBezTo>
                <a:cubicBezTo>
                  <a:pt x="219861" y="6439382"/>
                  <a:pt x="252656" y="6618790"/>
                  <a:pt x="233365" y="6840638"/>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 name="Forme libre : forme 13">
            <a:extLst>
              <a:ext uri="{FF2B5EF4-FFF2-40B4-BE49-F238E27FC236}">
                <a16:creationId xmlns:a16="http://schemas.microsoft.com/office/drawing/2014/main" id="{45209520-7E5A-3E67-125C-C7C97C25DB93}"/>
              </a:ext>
            </a:extLst>
          </p:cNvPr>
          <p:cNvSpPr/>
          <p:nvPr/>
        </p:nvSpPr>
        <p:spPr>
          <a:xfrm>
            <a:off x="281011" y="4279"/>
            <a:ext cx="335880" cy="6840638"/>
          </a:xfrm>
          <a:custGeom>
            <a:avLst/>
            <a:gdLst>
              <a:gd name="connsiteX0" fmla="*/ 220133 w 335880"/>
              <a:gd name="connsiteY0" fmla="*/ 0 h 6840638"/>
              <a:gd name="connsiteX1" fmla="*/ 81237 w 335880"/>
              <a:gd name="connsiteY1" fmla="*/ 1053297 h 6840638"/>
              <a:gd name="connsiteX2" fmla="*/ 208558 w 335880"/>
              <a:gd name="connsiteY2" fmla="*/ 2754775 h 6840638"/>
              <a:gd name="connsiteX3" fmla="*/ 214 w 335880"/>
              <a:gd name="connsiteY3" fmla="*/ 3565003 h 6840638"/>
              <a:gd name="connsiteX4" fmla="*/ 254857 w 335880"/>
              <a:gd name="connsiteY4" fmla="*/ 5162309 h 6840638"/>
              <a:gd name="connsiteX5" fmla="*/ 335880 w 335880"/>
              <a:gd name="connsiteY5" fmla="*/ 6840638 h 68406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35880" h="6840638">
                <a:moveTo>
                  <a:pt x="220133" y="0"/>
                </a:moveTo>
                <a:cubicBezTo>
                  <a:pt x="151649" y="297084"/>
                  <a:pt x="83166" y="594168"/>
                  <a:pt x="81237" y="1053297"/>
                </a:cubicBezTo>
                <a:cubicBezTo>
                  <a:pt x="79308" y="1512426"/>
                  <a:pt x="222062" y="2336157"/>
                  <a:pt x="208558" y="2754775"/>
                </a:cubicBezTo>
                <a:cubicBezTo>
                  <a:pt x="195054" y="3173393"/>
                  <a:pt x="-7502" y="3163747"/>
                  <a:pt x="214" y="3565003"/>
                </a:cubicBezTo>
                <a:cubicBezTo>
                  <a:pt x="7930" y="3966259"/>
                  <a:pt x="198913" y="4616370"/>
                  <a:pt x="254857" y="5162309"/>
                </a:cubicBezTo>
                <a:cubicBezTo>
                  <a:pt x="310801" y="5708248"/>
                  <a:pt x="299227" y="6456744"/>
                  <a:pt x="335880" y="6840638"/>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ZoneTexte 1">
            <a:extLst>
              <a:ext uri="{FF2B5EF4-FFF2-40B4-BE49-F238E27FC236}">
                <a16:creationId xmlns:a16="http://schemas.microsoft.com/office/drawing/2014/main" id="{449806AB-BE18-D1D6-9DE7-DE8ACBE39487}"/>
              </a:ext>
            </a:extLst>
          </p:cNvPr>
          <p:cNvSpPr txBox="1"/>
          <p:nvPr/>
        </p:nvSpPr>
        <p:spPr>
          <a:xfrm>
            <a:off x="4504518" y="6432265"/>
            <a:ext cx="3527033" cy="376257"/>
          </a:xfrm>
          <a:prstGeom prst="rect">
            <a:avLst/>
          </a:prstGeom>
          <a:noFill/>
        </p:spPr>
        <p:txBody>
          <a:bodyPr wrap="square" rtlCol="0">
            <a:spAutoFit/>
          </a:bodyPr>
          <a:lstStyle/>
          <a:p>
            <a:pPr marL="0" marR="0" lvl="0" indent="0" algn="ctr" defTabSz="914400" rtl="0" eaLnBrk="1" fontAlgn="auto" latinLnBrk="0" hangingPunct="1">
              <a:lnSpc>
                <a:spcPct val="150000"/>
              </a:lnSpc>
              <a:spcBef>
                <a:spcPts val="0"/>
              </a:spcBef>
              <a:spcAft>
                <a:spcPts val="0"/>
              </a:spcAft>
              <a:buClrTx/>
              <a:buSzTx/>
              <a:buFontTx/>
              <a:buNone/>
              <a:tabLst/>
              <a:defRPr/>
            </a:pPr>
            <a:r>
              <a:rPr lang="fr-FR" sz="1400" dirty="0">
                <a:solidFill>
                  <a:prstClr val="black"/>
                </a:solidFill>
                <a:latin typeface="Georgia" panose="02040502050405020303" pitchFamily="18" charset="0"/>
              </a:rPr>
              <a:t>Année universitaire: 2024-2025</a:t>
            </a:r>
            <a:endParaRPr lang="fr-FR" sz="1400" b="1" dirty="0">
              <a:solidFill>
                <a:srgbClr val="E83650"/>
              </a:solidFill>
              <a:latin typeface="Georgia" panose="02040502050405020303" pitchFamily="18" charset="0"/>
            </a:endParaRPr>
          </a:p>
        </p:txBody>
      </p:sp>
      <p:pic>
        <p:nvPicPr>
          <p:cNvPr id="9" name="Image 8" descr="Une image contenant texte, Police, graphisme, Graphique&#10;&#10;Description générée automatiquement">
            <a:extLst>
              <a:ext uri="{FF2B5EF4-FFF2-40B4-BE49-F238E27FC236}">
                <a16:creationId xmlns:a16="http://schemas.microsoft.com/office/drawing/2014/main" id="{654117AC-637D-8D64-D589-68771BF77EE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663974" y="-53282"/>
            <a:ext cx="3052919" cy="1231880"/>
          </a:xfrm>
          <a:prstGeom prst="rect">
            <a:avLst/>
          </a:prstGeom>
        </p:spPr>
      </p:pic>
      <p:sp>
        <p:nvSpPr>
          <p:cNvPr id="12" name="Forme libre : forme 11">
            <a:extLst>
              <a:ext uri="{FF2B5EF4-FFF2-40B4-BE49-F238E27FC236}">
                <a16:creationId xmlns:a16="http://schemas.microsoft.com/office/drawing/2014/main" id="{5B673C00-7290-6A59-AD68-B5BE8EDFF06C}"/>
              </a:ext>
            </a:extLst>
          </p:cNvPr>
          <p:cNvSpPr/>
          <p:nvPr/>
        </p:nvSpPr>
        <p:spPr>
          <a:xfrm>
            <a:off x="433411" y="13083"/>
            <a:ext cx="335880" cy="6984234"/>
          </a:xfrm>
          <a:custGeom>
            <a:avLst/>
            <a:gdLst>
              <a:gd name="connsiteX0" fmla="*/ 220133 w 335880"/>
              <a:gd name="connsiteY0" fmla="*/ 0 h 6840638"/>
              <a:gd name="connsiteX1" fmla="*/ 81237 w 335880"/>
              <a:gd name="connsiteY1" fmla="*/ 1053297 h 6840638"/>
              <a:gd name="connsiteX2" fmla="*/ 208558 w 335880"/>
              <a:gd name="connsiteY2" fmla="*/ 2754775 h 6840638"/>
              <a:gd name="connsiteX3" fmla="*/ 214 w 335880"/>
              <a:gd name="connsiteY3" fmla="*/ 3565003 h 6840638"/>
              <a:gd name="connsiteX4" fmla="*/ 254857 w 335880"/>
              <a:gd name="connsiteY4" fmla="*/ 5162309 h 6840638"/>
              <a:gd name="connsiteX5" fmla="*/ 335880 w 335880"/>
              <a:gd name="connsiteY5" fmla="*/ 6840638 h 68406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35880" h="6840638">
                <a:moveTo>
                  <a:pt x="220133" y="0"/>
                </a:moveTo>
                <a:cubicBezTo>
                  <a:pt x="151649" y="297084"/>
                  <a:pt x="83166" y="594168"/>
                  <a:pt x="81237" y="1053297"/>
                </a:cubicBezTo>
                <a:cubicBezTo>
                  <a:pt x="79308" y="1512426"/>
                  <a:pt x="222062" y="2336157"/>
                  <a:pt x="208558" y="2754775"/>
                </a:cubicBezTo>
                <a:cubicBezTo>
                  <a:pt x="195054" y="3173393"/>
                  <a:pt x="-7502" y="3163747"/>
                  <a:pt x="214" y="3565003"/>
                </a:cubicBezTo>
                <a:cubicBezTo>
                  <a:pt x="7930" y="3966259"/>
                  <a:pt x="198913" y="4616370"/>
                  <a:pt x="254857" y="5162309"/>
                </a:cubicBezTo>
                <a:cubicBezTo>
                  <a:pt x="310801" y="5708248"/>
                  <a:pt x="299227" y="6456744"/>
                  <a:pt x="335880" y="6840638"/>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 name="ZoneTexte 2">
            <a:extLst>
              <a:ext uri="{FF2B5EF4-FFF2-40B4-BE49-F238E27FC236}">
                <a16:creationId xmlns:a16="http://schemas.microsoft.com/office/drawing/2014/main" id="{C81CF694-DD23-A1C5-3646-B2181FC8856D}"/>
              </a:ext>
            </a:extLst>
          </p:cNvPr>
          <p:cNvSpPr txBox="1"/>
          <p:nvPr/>
        </p:nvSpPr>
        <p:spPr>
          <a:xfrm>
            <a:off x="4102459" y="5685362"/>
            <a:ext cx="4285378" cy="579069"/>
          </a:xfrm>
          <a:prstGeom prst="rect">
            <a:avLst/>
          </a:prstGeom>
          <a:noFill/>
        </p:spPr>
        <p:txBody>
          <a:bodyPr wrap="square" rtlCol="0">
            <a:spAutoFit/>
          </a:bodyPr>
          <a:lstStyle/>
          <a:p>
            <a:pPr marL="0" marR="0" lvl="0" indent="0" algn="ctr" defTabSz="914400" rtl="0" eaLnBrk="1" fontAlgn="auto" latinLnBrk="0" hangingPunct="1">
              <a:lnSpc>
                <a:spcPct val="150000"/>
              </a:lnSpc>
              <a:spcBef>
                <a:spcPts val="0"/>
              </a:spcBef>
              <a:spcAft>
                <a:spcPts val="0"/>
              </a:spcAft>
              <a:buClrTx/>
              <a:buSzTx/>
              <a:buFontTx/>
              <a:buNone/>
              <a:tabLst/>
              <a:defRPr/>
            </a:pPr>
            <a:r>
              <a:rPr kumimoji="0" lang="fr-FR" sz="2400" b="0" i="0" u="none" strike="noStrike" kern="1200" cap="none" spc="0" normalizeH="0" baseline="0" noProof="0" dirty="0">
                <a:ln>
                  <a:noFill/>
                </a:ln>
                <a:solidFill>
                  <a:prstClr val="black"/>
                </a:solidFill>
                <a:effectLst/>
                <a:uLnTx/>
                <a:uFillTx/>
                <a:latin typeface="Georgia" panose="02040502050405020303" pitchFamily="18" charset="0"/>
              </a:rPr>
              <a:t>Merci pour votre attention ! </a:t>
            </a:r>
            <a:endParaRPr kumimoji="0" lang="fr-FR" sz="2400" b="1" i="0" u="none" strike="noStrike" kern="1200" cap="none" spc="0" normalizeH="0" baseline="0" noProof="0" dirty="0">
              <a:ln>
                <a:noFill/>
              </a:ln>
              <a:solidFill>
                <a:prstClr val="black"/>
              </a:solidFill>
              <a:effectLst/>
              <a:uLnTx/>
              <a:uFillTx/>
              <a:latin typeface="Georgia" panose="02040502050405020303" pitchFamily="18" charset="0"/>
            </a:endParaRPr>
          </a:p>
        </p:txBody>
      </p:sp>
    </p:spTree>
    <p:extLst>
      <p:ext uri="{BB962C8B-B14F-4D97-AF65-F5344CB8AC3E}">
        <p14:creationId xmlns:p14="http://schemas.microsoft.com/office/powerpoint/2010/main" val="411865760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600">
        <p159:morph option="byObject"/>
      </p:transition>
    </mc:Choice>
    <mc:Fallback xmlns="">
      <p:transition spd="med">
        <p:fade/>
      </p:transition>
    </mc:Fallback>
  </mc:AlternateContent>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Modern 03">
      <a:majorFont>
        <a:latin typeface="Segoe UI"/>
        <a:ea typeface=""/>
        <a:cs typeface=""/>
      </a:majorFont>
      <a:minorFont>
        <a:latin typeface="Calibri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2.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3.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4.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5.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6.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7.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8.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9.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10.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docProps/app.xml><?xml version="1.0" encoding="utf-8"?>
<Properties xmlns="http://schemas.openxmlformats.org/officeDocument/2006/extended-properties" xmlns:vt="http://schemas.openxmlformats.org/officeDocument/2006/docPropsVTypes">
  <Template/>
  <TotalTime>22754</TotalTime>
  <Words>910</Words>
  <Application>Microsoft Office PowerPoint</Application>
  <PresentationFormat>Grand écran</PresentationFormat>
  <Paragraphs>138</Paragraphs>
  <Slides>19</Slides>
  <Notes>16</Notes>
  <HiddenSlides>0</HiddenSlides>
  <MMClips>0</MMClips>
  <ScaleCrop>false</ScaleCrop>
  <HeadingPairs>
    <vt:vector size="6" baseType="variant">
      <vt:variant>
        <vt:lpstr>Polices utilisées</vt:lpstr>
      </vt:variant>
      <vt:variant>
        <vt:i4>10</vt:i4>
      </vt:variant>
      <vt:variant>
        <vt:lpstr>Thème</vt:lpstr>
      </vt:variant>
      <vt:variant>
        <vt:i4>1</vt:i4>
      </vt:variant>
      <vt:variant>
        <vt:lpstr>Titres des diapositives</vt:lpstr>
      </vt:variant>
      <vt:variant>
        <vt:i4>19</vt:i4>
      </vt:variant>
    </vt:vector>
  </HeadingPairs>
  <TitlesOfParts>
    <vt:vector size="30" baseType="lpstr">
      <vt:lpstr>Arial</vt:lpstr>
      <vt:lpstr>Bahnschrift Light Condensed</vt:lpstr>
      <vt:lpstr>Bahnschrift SemiBold Condensed</vt:lpstr>
      <vt:lpstr>Bahnschrift SemiLight Condensed</vt:lpstr>
      <vt:lpstr>Calibri</vt:lpstr>
      <vt:lpstr>Calibri Light</vt:lpstr>
      <vt:lpstr>Georgia</vt:lpstr>
      <vt:lpstr>Segoe UI</vt:lpstr>
      <vt:lpstr>Tahoma</vt:lpstr>
      <vt:lpstr>Times New Roman</vt:lpstr>
      <vt:lpstr>1_Office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KARIM RAZOK</dc:creator>
  <cp:lastModifiedBy>BOUFOUS HAMZA</cp:lastModifiedBy>
  <cp:revision>643</cp:revision>
  <dcterms:created xsi:type="dcterms:W3CDTF">2018-04-03T04:09:05Z</dcterms:created>
  <dcterms:modified xsi:type="dcterms:W3CDTF">2024-12-24T14:01:40Z</dcterms:modified>
</cp:coreProperties>
</file>